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673" y="6454063"/>
            <a:ext cx="1170431" cy="2054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"/>
            <a:ext cx="12188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91673" y="6454063"/>
            <a:ext cx="1170431" cy="2054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0681" y="220802"/>
            <a:ext cx="9289415" cy="9663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20419" y="1304671"/>
            <a:ext cx="9819640" cy="392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93139" y="6441888"/>
            <a:ext cx="142367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9100" y="6457128"/>
            <a:ext cx="148590" cy="185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00004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0.png"/><Relationship Id="rId25" Type="http://schemas.openxmlformats.org/officeDocument/2006/relationships/image" Target="../media/image31.png"/><Relationship Id="rId26" Type="http://schemas.openxmlformats.org/officeDocument/2006/relationships/image" Target="../media/image32.png"/><Relationship Id="rId27" Type="http://schemas.openxmlformats.org/officeDocument/2006/relationships/image" Target="../media/image33.png"/><Relationship Id="rId28" Type="http://schemas.openxmlformats.org/officeDocument/2006/relationships/image" Target="../media/image3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3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png"/><Relationship Id="rId4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4" y="-2"/>
            <a:ext cx="12189967" cy="685799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6457128"/>
            <a:ext cx="74930" cy="12446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spc="-50">
                <a:solidFill>
                  <a:srgbClr val="000047"/>
                </a:solidFill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3139" y="6457128"/>
            <a:ext cx="1332230" cy="12446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solidFill>
                  <a:srgbClr val="000047"/>
                </a:solidFill>
                <a:latin typeface="Arial MT"/>
                <a:cs typeface="Arial MT"/>
              </a:rPr>
              <a:t>©</a:t>
            </a:r>
            <a:r>
              <a:rPr dirty="0" sz="7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00047"/>
                </a:solidFill>
                <a:latin typeface="Arial MT"/>
                <a:cs typeface="Arial MT"/>
              </a:rPr>
              <a:t>2025–2027 Cognizant</a:t>
            </a:r>
            <a:r>
              <a:rPr dirty="0" sz="700" spc="-1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00047"/>
                </a:solidFill>
                <a:latin typeface="Arial MT"/>
                <a:cs typeface="Arial MT"/>
              </a:rPr>
              <a:t>|</a:t>
            </a:r>
            <a:r>
              <a:rPr dirty="0" sz="7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00047"/>
                </a:solidFill>
                <a:latin typeface="Arial MT"/>
                <a:cs typeface="Arial MT"/>
              </a:rPr>
              <a:t>Private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75" y="14"/>
            <a:ext cx="12180570" cy="6851015"/>
            <a:chOff x="2075" y="14"/>
            <a:chExt cx="12180570" cy="68510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5" y="14"/>
              <a:ext cx="12180188" cy="685050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79" y="1028445"/>
              <a:ext cx="224790" cy="513175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94809" y="1036319"/>
              <a:ext cx="10435590" cy="5112385"/>
            </a:xfrm>
            <a:custGeom>
              <a:avLst/>
              <a:gdLst/>
              <a:ahLst/>
              <a:cxnLst/>
              <a:rect l="l" t="t" r="r" b="b"/>
              <a:pathLst>
                <a:path w="10435590" h="5112385">
                  <a:moveTo>
                    <a:pt x="154426" y="0"/>
                  </a:moveTo>
                  <a:lnTo>
                    <a:pt x="0" y="1777"/>
                  </a:lnTo>
                  <a:lnTo>
                    <a:pt x="11030" y="1777"/>
                  </a:lnTo>
                  <a:lnTo>
                    <a:pt x="11030" y="5112029"/>
                  </a:lnTo>
                  <a:lnTo>
                    <a:pt x="5667864" y="5112029"/>
                  </a:lnTo>
                  <a:lnTo>
                    <a:pt x="5667864" y="4819370"/>
                  </a:lnTo>
                  <a:lnTo>
                    <a:pt x="10435190" y="4819370"/>
                  </a:lnTo>
                  <a:lnTo>
                    <a:pt x="10435190" y="222503"/>
                  </a:lnTo>
                  <a:lnTo>
                    <a:pt x="353168" y="222503"/>
                  </a:lnTo>
                  <a:lnTo>
                    <a:pt x="154426" y="0"/>
                  </a:lnTo>
                  <a:close/>
                </a:path>
                <a:path w="10435590" h="5112385">
                  <a:moveTo>
                    <a:pt x="10435190" y="4819370"/>
                  </a:moveTo>
                  <a:lnTo>
                    <a:pt x="5667864" y="4819370"/>
                  </a:lnTo>
                  <a:lnTo>
                    <a:pt x="5667864" y="5112029"/>
                  </a:lnTo>
                  <a:lnTo>
                    <a:pt x="10435190" y="5112029"/>
                  </a:lnTo>
                  <a:lnTo>
                    <a:pt x="10435190" y="4819370"/>
                  </a:lnTo>
                  <a:close/>
                </a:path>
                <a:path w="10435590" h="5112385">
                  <a:moveTo>
                    <a:pt x="10435190" y="0"/>
                  </a:moveTo>
                  <a:lnTo>
                    <a:pt x="5667864" y="0"/>
                  </a:lnTo>
                  <a:lnTo>
                    <a:pt x="5667864" y="1777"/>
                  </a:lnTo>
                  <a:lnTo>
                    <a:pt x="610978" y="6350"/>
                  </a:lnTo>
                  <a:lnTo>
                    <a:pt x="391268" y="222503"/>
                  </a:lnTo>
                  <a:lnTo>
                    <a:pt x="10435190" y="222503"/>
                  </a:lnTo>
                  <a:lnTo>
                    <a:pt x="10435190" y="0"/>
                  </a:lnTo>
                  <a:close/>
                </a:path>
              </a:pathLst>
            </a:custGeom>
            <a:solidFill>
              <a:srgbClr val="E8E8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Instructions</a:t>
            </a:r>
            <a:r>
              <a:rPr dirty="0" spc="-135"/>
              <a:t> </a:t>
            </a:r>
            <a:r>
              <a:rPr dirty="0"/>
              <a:t>for</a:t>
            </a:r>
            <a:r>
              <a:rPr dirty="0" spc="-130"/>
              <a:t> </a:t>
            </a:r>
            <a:r>
              <a:rPr dirty="0"/>
              <a:t>idea</a:t>
            </a:r>
            <a:r>
              <a:rPr dirty="0" spc="-135"/>
              <a:t> </a:t>
            </a:r>
            <a:r>
              <a:rPr dirty="0"/>
              <a:t>submission</a:t>
            </a:r>
            <a:r>
              <a:rPr dirty="0" spc="-114"/>
              <a:t> </a:t>
            </a:r>
            <a:r>
              <a:rPr dirty="0"/>
              <a:t>(step</a:t>
            </a:r>
            <a:r>
              <a:rPr dirty="0" spc="-140"/>
              <a:t> </a:t>
            </a:r>
            <a:r>
              <a:rPr dirty="0" spc="-25"/>
              <a:t>02)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4485" marR="7562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324485" algn="l"/>
              </a:tabLst>
            </a:pPr>
            <a:r>
              <a:rPr dirty="0"/>
              <a:t>All</a:t>
            </a:r>
            <a:r>
              <a:rPr dirty="0" spc="-60"/>
              <a:t> </a:t>
            </a:r>
            <a:r>
              <a:rPr dirty="0"/>
              <a:t>teams</a:t>
            </a:r>
            <a:r>
              <a:rPr dirty="0" spc="-60"/>
              <a:t> </a:t>
            </a:r>
            <a:r>
              <a:rPr dirty="0"/>
              <a:t>must</a:t>
            </a:r>
            <a:r>
              <a:rPr dirty="0" spc="-55"/>
              <a:t> </a:t>
            </a:r>
            <a:r>
              <a:rPr dirty="0"/>
              <a:t>submit</a:t>
            </a:r>
            <a:r>
              <a:rPr dirty="0" spc="-70"/>
              <a:t> </a:t>
            </a:r>
            <a:r>
              <a:rPr dirty="0"/>
              <a:t>ideas</a:t>
            </a:r>
            <a:r>
              <a:rPr dirty="0" spc="-45"/>
              <a:t> </a:t>
            </a:r>
            <a:r>
              <a:rPr dirty="0"/>
              <a:t>as</a:t>
            </a:r>
            <a:r>
              <a:rPr dirty="0" spc="-60"/>
              <a:t> </a:t>
            </a:r>
            <a:r>
              <a:rPr dirty="0"/>
              <a:t>per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guidelines</a:t>
            </a:r>
            <a:r>
              <a:rPr dirty="0" spc="-20"/>
              <a:t> </a:t>
            </a:r>
            <a:r>
              <a:rPr dirty="0"/>
              <a:t>outlined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 spc="-20"/>
              <a:t>this </a:t>
            </a:r>
            <a:r>
              <a:rPr dirty="0"/>
              <a:t>document</a:t>
            </a:r>
            <a:r>
              <a:rPr dirty="0" spc="-55"/>
              <a:t> </a:t>
            </a:r>
            <a:r>
              <a:rPr dirty="0"/>
              <a:t>(refer</a:t>
            </a:r>
            <a:r>
              <a:rPr dirty="0" spc="-55"/>
              <a:t> </a:t>
            </a:r>
            <a:r>
              <a:rPr dirty="0"/>
              <a:t>slides</a:t>
            </a:r>
            <a:r>
              <a:rPr dirty="0" spc="-50"/>
              <a:t> </a:t>
            </a:r>
            <a:r>
              <a:rPr dirty="0"/>
              <a:t>4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-25"/>
              <a:t>5).</a:t>
            </a:r>
          </a:p>
          <a:p>
            <a:pPr marL="324485" marR="645160" indent="-287020">
              <a:lnSpc>
                <a:spcPct val="100000"/>
              </a:lnSpc>
              <a:spcBef>
                <a:spcPts val="1200"/>
              </a:spcBef>
              <a:buChar char="•"/>
              <a:tabLst>
                <a:tab pos="324485" algn="l"/>
              </a:tabLst>
            </a:pPr>
            <a:r>
              <a:rPr dirty="0"/>
              <a:t>Ideas</a:t>
            </a:r>
            <a:r>
              <a:rPr dirty="0" spc="-50"/>
              <a:t> </a:t>
            </a:r>
            <a:r>
              <a:rPr dirty="0"/>
              <a:t>must</a:t>
            </a:r>
            <a:r>
              <a:rPr dirty="0" spc="-70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/>
              <a:t>submitted</a:t>
            </a:r>
            <a:r>
              <a:rPr dirty="0" spc="-45"/>
              <a:t> </a:t>
            </a:r>
            <a:r>
              <a:rPr dirty="0"/>
              <a:t>only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PDF</a:t>
            </a:r>
            <a:r>
              <a:rPr dirty="0" spc="-50"/>
              <a:t> </a:t>
            </a:r>
            <a:r>
              <a:rPr dirty="0"/>
              <a:t>format,</a:t>
            </a:r>
            <a:r>
              <a:rPr dirty="0" spc="-75"/>
              <a:t> </a:t>
            </a:r>
            <a:r>
              <a:rPr dirty="0"/>
              <a:t>using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prescribed </a:t>
            </a:r>
            <a:r>
              <a:rPr dirty="0"/>
              <a:t>template</a:t>
            </a:r>
            <a:r>
              <a:rPr dirty="0" spc="-45"/>
              <a:t> </a:t>
            </a:r>
            <a:r>
              <a:rPr dirty="0"/>
              <a:t>(refer</a:t>
            </a:r>
            <a:r>
              <a:rPr dirty="0" spc="-60"/>
              <a:t> </a:t>
            </a:r>
            <a:r>
              <a:rPr dirty="0"/>
              <a:t>slides</a:t>
            </a:r>
            <a:r>
              <a:rPr dirty="0" spc="-30"/>
              <a:t> </a:t>
            </a:r>
            <a:r>
              <a:rPr dirty="0"/>
              <a:t>7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25"/>
              <a:t>8).</a:t>
            </a:r>
          </a:p>
          <a:p>
            <a:pPr marL="324485" marR="61594" indent="-287020">
              <a:lnSpc>
                <a:spcPct val="100000"/>
              </a:lnSpc>
              <a:spcBef>
                <a:spcPts val="1200"/>
              </a:spcBef>
              <a:buChar char="•"/>
              <a:tabLst>
                <a:tab pos="324485" algn="l"/>
              </a:tabLst>
            </a:pPr>
            <a:r>
              <a:rPr dirty="0" spc="-50"/>
              <a:t>Teams</a:t>
            </a:r>
            <a:r>
              <a:rPr dirty="0" spc="-95"/>
              <a:t> </a:t>
            </a:r>
            <a:r>
              <a:rPr dirty="0"/>
              <a:t>may</a:t>
            </a:r>
            <a:r>
              <a:rPr dirty="0" spc="-90"/>
              <a:t> </a:t>
            </a:r>
            <a:r>
              <a:rPr dirty="0"/>
              <a:t>include</a:t>
            </a:r>
            <a:r>
              <a:rPr dirty="0" spc="-75"/>
              <a:t> </a:t>
            </a:r>
            <a:r>
              <a:rPr dirty="0"/>
              <a:t>additional</a:t>
            </a:r>
            <a:r>
              <a:rPr dirty="0" spc="-55"/>
              <a:t> </a:t>
            </a:r>
            <a:r>
              <a:rPr dirty="0"/>
              <a:t>supporting</a:t>
            </a:r>
            <a:r>
              <a:rPr dirty="0" spc="-75"/>
              <a:t> </a:t>
            </a:r>
            <a:r>
              <a:rPr dirty="0"/>
              <a:t>details</a:t>
            </a:r>
            <a:r>
              <a:rPr dirty="0" spc="-85"/>
              <a:t> </a:t>
            </a:r>
            <a:r>
              <a:rPr dirty="0"/>
              <a:t>within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/>
              <a:t>same</a:t>
            </a:r>
            <a:r>
              <a:rPr dirty="0" spc="-90"/>
              <a:t> </a:t>
            </a:r>
            <a:r>
              <a:rPr dirty="0" spc="-20"/>
              <a:t>PDF, </a:t>
            </a:r>
            <a:r>
              <a:rPr dirty="0"/>
              <a:t>as</a:t>
            </a:r>
            <a:r>
              <a:rPr dirty="0" spc="-30"/>
              <a:t> </a:t>
            </a:r>
            <a:r>
              <a:rPr dirty="0" spc="-10"/>
              <a:t>applicable.</a:t>
            </a:r>
          </a:p>
          <a:p>
            <a:pPr marL="324485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324485" algn="l"/>
              </a:tabLst>
            </a:pPr>
            <a:r>
              <a:rPr dirty="0"/>
              <a:t>The</a:t>
            </a:r>
            <a:r>
              <a:rPr dirty="0" spc="-80"/>
              <a:t> </a:t>
            </a:r>
            <a:r>
              <a:rPr dirty="0"/>
              <a:t>idea</a:t>
            </a:r>
            <a:r>
              <a:rPr dirty="0" spc="-55"/>
              <a:t> </a:t>
            </a:r>
            <a:r>
              <a:rPr dirty="0"/>
              <a:t>submission</a:t>
            </a:r>
            <a:r>
              <a:rPr dirty="0" spc="-30"/>
              <a:t> </a:t>
            </a:r>
            <a:r>
              <a:rPr dirty="0"/>
              <a:t>platform</a:t>
            </a:r>
            <a:r>
              <a:rPr dirty="0" spc="-65"/>
              <a:t> </a:t>
            </a:r>
            <a:r>
              <a:rPr dirty="0"/>
              <a:t>(PDF</a:t>
            </a:r>
            <a:r>
              <a:rPr dirty="0" spc="-60"/>
              <a:t> </a:t>
            </a:r>
            <a:r>
              <a:rPr dirty="0"/>
              <a:t>upload)</a:t>
            </a:r>
            <a:r>
              <a:rPr dirty="0" spc="-35"/>
              <a:t> </a:t>
            </a:r>
            <a:r>
              <a:rPr dirty="0"/>
              <a:t>will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70"/>
              <a:t> </a:t>
            </a:r>
            <a:r>
              <a:rPr dirty="0"/>
              <a:t>open</a:t>
            </a:r>
            <a:r>
              <a:rPr dirty="0" spc="-55"/>
              <a:t> </a:t>
            </a:r>
            <a:r>
              <a:rPr dirty="0"/>
              <a:t>from</a:t>
            </a:r>
            <a:r>
              <a:rPr dirty="0" spc="-90"/>
              <a:t> </a:t>
            </a:r>
            <a:r>
              <a:rPr dirty="0"/>
              <a:t>7th</a:t>
            </a:r>
            <a:r>
              <a:rPr dirty="0" spc="-165"/>
              <a:t> </a:t>
            </a:r>
            <a:r>
              <a:rPr dirty="0" spc="-10"/>
              <a:t>April</a:t>
            </a:r>
          </a:p>
          <a:p>
            <a:pPr marL="324485">
              <a:lnSpc>
                <a:spcPct val="100000"/>
              </a:lnSpc>
              <a:spcBef>
                <a:spcPts val="5"/>
              </a:spcBef>
            </a:pPr>
            <a:r>
              <a:rPr dirty="0"/>
              <a:t>to </a:t>
            </a:r>
            <a:r>
              <a:rPr dirty="0" spc="-20"/>
              <a:t>12th</a:t>
            </a:r>
            <a:r>
              <a:rPr dirty="0" spc="-125"/>
              <a:t> </a:t>
            </a:r>
            <a:r>
              <a:rPr dirty="0" spc="-10"/>
              <a:t>April.</a:t>
            </a:r>
          </a:p>
          <a:p>
            <a:pPr marL="324485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324485" algn="l"/>
              </a:tabLst>
            </a:pPr>
            <a:r>
              <a:rPr dirty="0"/>
              <a:t>Ensure</a:t>
            </a:r>
            <a:r>
              <a:rPr dirty="0" spc="-65"/>
              <a:t> </a:t>
            </a:r>
            <a:r>
              <a:rPr dirty="0"/>
              <a:t>your</a:t>
            </a:r>
            <a:r>
              <a:rPr dirty="0" spc="-85"/>
              <a:t> </a:t>
            </a:r>
            <a:r>
              <a:rPr dirty="0"/>
              <a:t>idea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/>
              <a:t>submitted</a:t>
            </a:r>
            <a:r>
              <a:rPr dirty="0" spc="-65"/>
              <a:t> </a:t>
            </a:r>
            <a:r>
              <a:rPr dirty="0"/>
              <a:t>before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10"/>
              <a:t>deadline(12</a:t>
            </a:r>
            <a:r>
              <a:rPr dirty="0" baseline="24305" sz="2400" spc="-15"/>
              <a:t>th</a:t>
            </a:r>
            <a:r>
              <a:rPr dirty="0" baseline="24305" sz="2400" spc="104"/>
              <a:t> </a:t>
            </a:r>
            <a:r>
              <a:rPr dirty="0" sz="2400" spc="-10"/>
              <a:t>April).</a:t>
            </a:r>
            <a:endParaRPr sz="24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1672" y="6454063"/>
            <a:ext cx="1170431" cy="20544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44500" y="6457128"/>
            <a:ext cx="74930" cy="12446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2026–2027 Cognizant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|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9716" y="2264790"/>
            <a:ext cx="59931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Idea</a:t>
            </a:r>
            <a:r>
              <a:rPr dirty="0" sz="3600" spc="-2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submission</a:t>
            </a:r>
            <a:r>
              <a:rPr dirty="0" sz="3600" spc="-20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guidelines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>
                <a:solidFill>
                  <a:srgbClr val="FFFFFF"/>
                </a:solidFill>
              </a:rPr>
              <a:t>3</a:t>
            </a:fld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2026-</a:t>
            </a:r>
            <a:r>
              <a:rPr dirty="0">
                <a:solidFill>
                  <a:srgbClr val="FFFFFF"/>
                </a:solidFill>
              </a:rPr>
              <a:t>2027</a:t>
            </a:r>
            <a:r>
              <a:rPr dirty="0" spc="1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Cognizant |</a:t>
            </a:r>
            <a:r>
              <a:rPr dirty="0" spc="-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1629" y="946442"/>
            <a:ext cx="11453495" cy="5814695"/>
            <a:chOff x="391629" y="946442"/>
            <a:chExt cx="11453495" cy="58146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2452" y="6352477"/>
              <a:ext cx="1362075" cy="40843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91629" y="946442"/>
              <a:ext cx="11409045" cy="5417820"/>
            </a:xfrm>
            <a:custGeom>
              <a:avLst/>
              <a:gdLst/>
              <a:ahLst/>
              <a:cxnLst/>
              <a:rect l="l" t="t" r="r" b="b"/>
              <a:pathLst>
                <a:path w="11409045" h="5417820">
                  <a:moveTo>
                    <a:pt x="11408791" y="0"/>
                  </a:moveTo>
                  <a:lnTo>
                    <a:pt x="0" y="0"/>
                  </a:lnTo>
                  <a:lnTo>
                    <a:pt x="0" y="5417566"/>
                  </a:lnTo>
                  <a:lnTo>
                    <a:pt x="11408791" y="5417566"/>
                  </a:lnTo>
                  <a:lnTo>
                    <a:pt x="11408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18412" y="368553"/>
            <a:ext cx="4373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Structure</a:t>
            </a:r>
            <a:r>
              <a:rPr dirty="0" sz="2400" spc="-6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for</a:t>
            </a:r>
            <a:r>
              <a:rPr dirty="0" sz="2400" spc="-7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submitting</a:t>
            </a:r>
            <a:r>
              <a:rPr dirty="0" sz="2400" spc="-10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47"/>
                </a:solidFill>
                <a:latin typeface="Arial"/>
                <a:cs typeface="Arial"/>
              </a:rPr>
              <a:t>ideas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26435" y="1073658"/>
            <a:ext cx="7989570" cy="1412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Problem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Description</a:t>
            </a:r>
            <a:r>
              <a:rPr dirty="0" sz="1300" spc="-2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r>
              <a:rPr dirty="0" sz="1300" spc="-6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Business</a:t>
            </a:r>
            <a:r>
              <a:rPr dirty="0" sz="1300" spc="-2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Scenario</a:t>
            </a:r>
            <a:r>
              <a:rPr dirty="0" sz="13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r>
              <a:rPr dirty="0" sz="1300" spc="-5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Include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relevant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background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information,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data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5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context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that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helps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to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understand</a:t>
            </a:r>
            <a:r>
              <a:rPr dirty="0" sz="1300" spc="-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problem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significance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impact.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Talk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about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Industry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business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trends,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needs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&amp;</a:t>
            </a:r>
            <a:r>
              <a:rPr dirty="0" sz="1300" spc="-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scenario</a:t>
            </a:r>
            <a:endParaRPr sz="1300">
              <a:latin typeface="Arial MT"/>
              <a:cs typeface="Arial MT"/>
            </a:endParaRPr>
          </a:p>
          <a:p>
            <a:pPr marL="12700" marR="781050">
              <a:lnSpc>
                <a:spcPct val="100000"/>
              </a:lnSpc>
            </a:pP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Problem</a:t>
            </a:r>
            <a:r>
              <a:rPr dirty="0" sz="1300" spc="-2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Scope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Define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boundary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scope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of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problem,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specify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any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limitations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specific requirement.</a:t>
            </a:r>
            <a:endParaRPr sz="1300">
              <a:latin typeface="Arial MT"/>
              <a:cs typeface="Arial MT"/>
            </a:endParaRPr>
          </a:p>
          <a:p>
            <a:pPr marL="12700" marR="192405">
              <a:lnSpc>
                <a:spcPct val="100000"/>
              </a:lnSpc>
            </a:pPr>
            <a:r>
              <a:rPr dirty="0" sz="1300" spc="-10" b="1">
                <a:solidFill>
                  <a:srgbClr val="000047"/>
                </a:solidFill>
                <a:latin typeface="Arial"/>
                <a:cs typeface="Arial"/>
              </a:rPr>
              <a:t>Target</a:t>
            </a:r>
            <a:r>
              <a:rPr dirty="0" sz="13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Users/Stakeholders:</a:t>
            </a:r>
            <a:r>
              <a:rPr dirty="0" sz="1300" spc="1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Identify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target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users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stakeholders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who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would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benefit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from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solution.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Describe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their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needs,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pain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points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that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solution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addresses.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4278" y="1302448"/>
            <a:ext cx="2014220" cy="584835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4290" rIns="0" bIns="0" rtlCol="0" vert="horz">
            <a:spAutoFit/>
          </a:bodyPr>
          <a:lstStyle/>
          <a:p>
            <a:pPr marL="532130">
              <a:lnSpc>
                <a:spcPct val="100000"/>
              </a:lnSpc>
              <a:spcBef>
                <a:spcPts val="270"/>
              </a:spcBef>
            </a:pPr>
            <a:r>
              <a:rPr dirty="0" sz="3200" spc="-25" b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2335" y="1962657"/>
            <a:ext cx="16179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Explain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4331" y="2642361"/>
            <a:ext cx="8223250" cy="2204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763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Solution</a:t>
            </a:r>
            <a:r>
              <a:rPr dirty="0" sz="1300" spc="-1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Overview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Provide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high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level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overview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of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solution,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explaining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its</a:t>
            </a:r>
            <a:r>
              <a:rPr dirty="0" sz="1300" spc="-5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core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concepts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how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it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addresses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problem.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Describe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solution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features,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functionalities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main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components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of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solution. </a:t>
            </a:r>
            <a:r>
              <a:rPr dirty="0" sz="1300" spc="-10" b="1">
                <a:solidFill>
                  <a:srgbClr val="000047"/>
                </a:solidFill>
                <a:latin typeface="Arial"/>
                <a:cs typeface="Arial"/>
              </a:rPr>
              <a:t>Technical</a:t>
            </a:r>
            <a:r>
              <a:rPr dirty="0" sz="1300" spc="-3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Details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Provide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technical</a:t>
            </a:r>
            <a:r>
              <a:rPr dirty="0" sz="1300" spc="-5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information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around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5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solution,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this</a:t>
            </a:r>
            <a:r>
              <a:rPr dirty="0" sz="1300" spc="-5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may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include</a:t>
            </a:r>
            <a:r>
              <a:rPr dirty="0" sz="1300" spc="-5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underlying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technologies,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platforms,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programming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languages,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frameworks,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algorithms,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libraries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used.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Explain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5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data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sources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and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integration/interoperability</a:t>
            </a:r>
            <a:r>
              <a:rPr dirty="0" sz="1300" spc="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considerations</a:t>
            </a:r>
            <a:r>
              <a:rPr dirty="0" sz="1300" spc="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with</a:t>
            </a:r>
            <a:r>
              <a:rPr dirty="0" sz="1300" spc="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systems.</a:t>
            </a:r>
            <a:endParaRPr sz="1300">
              <a:latin typeface="Arial MT"/>
              <a:cs typeface="Arial MT"/>
            </a:endParaRPr>
          </a:p>
          <a:p>
            <a:pPr marL="12700" marR="746760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Innovation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r>
              <a:rPr dirty="0" sz="1300" spc="-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Highlight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unique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innovative aspects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of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solution,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emphasize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any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novel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technologies,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methodology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strategies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employed.</a:t>
            </a:r>
            <a:endParaRPr sz="13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Market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Potential: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Provide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approx. Market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potential,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bring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facts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figures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from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research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&amp;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analyst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reports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(if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possible).</a:t>
            </a:r>
            <a:endParaRPr sz="1300">
              <a:latin typeface="Arial MT"/>
              <a:cs typeface="Arial MT"/>
            </a:endParaRPr>
          </a:p>
          <a:p>
            <a:pPr marL="12700" marR="184785">
              <a:lnSpc>
                <a:spcPct val="100000"/>
              </a:lnSpc>
            </a:pP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Why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are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3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technologies</a:t>
            </a:r>
            <a:r>
              <a:rPr dirty="0" sz="1300" spc="1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you used</a:t>
            </a:r>
            <a:r>
              <a:rPr dirty="0" sz="13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are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appealing</a:t>
            </a:r>
            <a:r>
              <a:rPr dirty="0" sz="1300" spc="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for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3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0047"/>
                </a:solidFill>
                <a:latin typeface="Arial"/>
                <a:cs typeface="Arial"/>
              </a:rPr>
              <a:t>solution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: Explain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why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technologies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used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for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the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use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case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are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relevant</a:t>
            </a:r>
            <a:r>
              <a:rPr dirty="0" sz="1300" spc="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for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use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case.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398634" y="3329622"/>
            <a:ext cx="2014220" cy="584835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4290" rIns="0" bIns="0" rtlCol="0" vert="horz">
            <a:spAutoFit/>
          </a:bodyPr>
          <a:lstStyle/>
          <a:p>
            <a:pPr marL="577215">
              <a:lnSpc>
                <a:spcPct val="100000"/>
              </a:lnSpc>
              <a:spcBef>
                <a:spcPts val="270"/>
              </a:spcBef>
            </a:pPr>
            <a:r>
              <a:rPr dirty="0" sz="3200" spc="-25" b="1">
                <a:solidFill>
                  <a:srgbClr val="FFFFFF"/>
                </a:solidFill>
                <a:latin typeface="Arial"/>
                <a:cs typeface="Arial"/>
              </a:rPr>
              <a:t>How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765283" y="4045077"/>
            <a:ext cx="13989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Explain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400" spc="-4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Solve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98063" y="5295646"/>
            <a:ext cx="787654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Enumerate</a:t>
            </a:r>
            <a:r>
              <a:rPr dirty="0" sz="1300" spc="-3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primary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benefits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5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advantages</a:t>
            </a:r>
            <a:r>
              <a:rPr dirty="0" sz="1300" spc="-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of</a:t>
            </a:r>
            <a:r>
              <a:rPr dirty="0" sz="1300" spc="-5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solution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with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specific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metrics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or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data</a:t>
            </a:r>
            <a:r>
              <a:rPr dirty="0" sz="1300" spc="-5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points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to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quantify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the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benefits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in</a:t>
            </a:r>
            <a:r>
              <a:rPr dirty="0" sz="1300" spc="-4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terms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of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user</a:t>
            </a:r>
            <a:r>
              <a:rPr dirty="0" sz="1300" spc="-2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experience,</a:t>
            </a:r>
            <a:r>
              <a:rPr dirty="0" sz="1300" spc="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efficiency,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time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and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cost</a:t>
            </a:r>
            <a:r>
              <a:rPr dirty="0" sz="1300" spc="-4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savings,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flexibility,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scalability,</a:t>
            </a:r>
            <a:r>
              <a:rPr dirty="0" sz="1300" spc="-1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social</a:t>
            </a:r>
            <a:r>
              <a:rPr dirty="0" sz="1300" spc="-35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000047"/>
                </a:solidFill>
                <a:latin typeface="Arial MT"/>
                <a:cs typeface="Arial MT"/>
              </a:rPr>
              <a:t>and </a:t>
            </a:r>
            <a:r>
              <a:rPr dirty="0" sz="1300">
                <a:solidFill>
                  <a:srgbClr val="000047"/>
                </a:solidFill>
                <a:latin typeface="Arial MT"/>
                <a:cs typeface="Arial MT"/>
              </a:rPr>
              <a:t>environmental</a:t>
            </a:r>
            <a:r>
              <a:rPr dirty="0" sz="1300" spc="-90">
                <a:solidFill>
                  <a:srgbClr val="000047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000047"/>
                </a:solidFill>
                <a:latin typeface="Arial MT"/>
                <a:cs typeface="Arial MT"/>
              </a:rPr>
              <a:t>impact.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4278" y="5130711"/>
            <a:ext cx="2014220" cy="584835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492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275"/>
              </a:spcBef>
            </a:pPr>
            <a:r>
              <a:rPr dirty="0" sz="3200" spc="-2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3587" y="5769661"/>
            <a:ext cx="139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Value</a:t>
            </a:r>
            <a:r>
              <a:rPr dirty="0" sz="1400" spc="-9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proposition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04278" y="2574163"/>
            <a:ext cx="10808335" cy="2388235"/>
          </a:xfrm>
          <a:custGeom>
            <a:avLst/>
            <a:gdLst/>
            <a:ahLst/>
            <a:cxnLst/>
            <a:rect l="l" t="t" r="r" b="b"/>
            <a:pathLst>
              <a:path w="10808335" h="2388235">
                <a:moveTo>
                  <a:pt x="0" y="0"/>
                </a:moveTo>
                <a:lnTo>
                  <a:pt x="10808195" y="0"/>
                </a:lnTo>
              </a:path>
              <a:path w="10808335" h="2388235">
                <a:moveTo>
                  <a:pt x="0" y="2388108"/>
                </a:moveTo>
                <a:lnTo>
                  <a:pt x="10808195" y="2388108"/>
                </a:lnTo>
              </a:path>
            </a:pathLst>
          </a:custGeom>
          <a:ln w="381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675" y="285673"/>
            <a:ext cx="543890" cy="552526"/>
          </a:xfrm>
          <a:prstGeom prst="rect">
            <a:avLst/>
          </a:prstGeom>
        </p:spPr>
      </p:pic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dirty="0" spc="-35"/>
              <a:t> </a:t>
            </a:r>
            <a:r>
              <a:rPr dirty="0"/>
              <a:t>2026–2027 Cognizant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30"/>
              <a:t> </a:t>
            </a:r>
            <a:r>
              <a:rPr dirty="0" spc="-10"/>
              <a:t>Private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1629" y="946442"/>
            <a:ext cx="11453495" cy="5814695"/>
            <a:chOff x="391629" y="946442"/>
            <a:chExt cx="11453495" cy="58146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2452" y="6352477"/>
              <a:ext cx="1362075" cy="40843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91629" y="946442"/>
              <a:ext cx="11409045" cy="5417820"/>
            </a:xfrm>
            <a:custGeom>
              <a:avLst/>
              <a:gdLst/>
              <a:ahLst/>
              <a:cxnLst/>
              <a:rect l="l" t="t" r="r" b="b"/>
              <a:pathLst>
                <a:path w="11409045" h="5417820">
                  <a:moveTo>
                    <a:pt x="11408791" y="0"/>
                  </a:moveTo>
                  <a:lnTo>
                    <a:pt x="0" y="0"/>
                  </a:lnTo>
                  <a:lnTo>
                    <a:pt x="0" y="5417566"/>
                  </a:lnTo>
                  <a:lnTo>
                    <a:pt x="11408791" y="5417566"/>
                  </a:lnTo>
                  <a:lnTo>
                    <a:pt x="11408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083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Additional</a:t>
            </a:r>
            <a:r>
              <a:rPr dirty="0" sz="2400" spc="-8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Context</a:t>
            </a:r>
            <a:r>
              <a:rPr dirty="0" sz="24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(please</a:t>
            </a:r>
            <a:r>
              <a:rPr dirty="0" sz="18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provide</a:t>
            </a:r>
            <a:r>
              <a:rPr dirty="0" sz="18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additional</a:t>
            </a:r>
            <a:r>
              <a:rPr dirty="0" sz="18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details</a:t>
            </a:r>
            <a:r>
              <a:rPr dirty="0" sz="18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as</a:t>
            </a:r>
            <a:r>
              <a:rPr dirty="0" sz="18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applicable</a:t>
            </a:r>
            <a:r>
              <a:rPr dirty="0" sz="18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in</a:t>
            </a:r>
            <a:r>
              <a:rPr dirty="0" sz="18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your</a:t>
            </a:r>
            <a:r>
              <a:rPr dirty="0" sz="1800" spc="-4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000047"/>
                </a:solidFill>
                <a:latin typeface="Arial"/>
                <a:cs typeface="Arial"/>
              </a:rPr>
              <a:t>case)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4278" y="1419326"/>
            <a:ext cx="2014220" cy="462280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300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Investments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3158" y="1946529"/>
            <a:ext cx="245300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What</a:t>
            </a:r>
            <a:r>
              <a:rPr dirty="0" sz="1400" spc="-5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does</a:t>
            </a:r>
            <a:r>
              <a:rPr dirty="0" sz="14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it</a:t>
            </a:r>
            <a:r>
              <a:rPr dirty="0" sz="14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take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r>
              <a:rPr dirty="0" sz="1400" spc="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How</a:t>
            </a:r>
            <a:r>
              <a:rPr dirty="0" sz="14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much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does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it cost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to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solve?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98634" y="3329660"/>
            <a:ext cx="2014220" cy="462280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8735" rIns="0" bIns="0" rtlCol="0" vert="horz">
            <a:spAutoFit/>
          </a:bodyPr>
          <a:lstStyle/>
          <a:p>
            <a:pPr marL="432434">
              <a:lnSpc>
                <a:spcPct val="100000"/>
              </a:lnSpc>
              <a:spcBef>
                <a:spcPts val="305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Returns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478771" y="3882897"/>
            <a:ext cx="18192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Quantify</a:t>
            </a:r>
            <a:r>
              <a:rPr dirty="0" sz="1400" spc="-4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benefits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50" i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What</a:t>
            </a:r>
            <a:r>
              <a:rPr dirty="0" sz="1400" spc="-5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if</a:t>
            </a:r>
            <a:r>
              <a:rPr dirty="0" sz="1400" spc="-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don’t</a:t>
            </a:r>
            <a:r>
              <a:rPr dirty="0" sz="1400" spc="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solve?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4278" y="4981803"/>
            <a:ext cx="2014220" cy="462280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8735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305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Timelines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3158" y="5520334"/>
            <a:ext cx="185673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Time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to</a:t>
            </a:r>
            <a:r>
              <a:rPr dirty="0" sz="1400" spc="-4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realize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 benefits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4278" y="1369703"/>
            <a:ext cx="10808335" cy="4217035"/>
            <a:chOff x="604278" y="1369703"/>
            <a:chExt cx="10808335" cy="4217035"/>
          </a:xfrm>
        </p:grpSpPr>
        <p:sp>
          <p:nvSpPr>
            <p:cNvPr id="13" name="object 13" descr=""/>
            <p:cNvSpPr/>
            <p:nvPr/>
          </p:nvSpPr>
          <p:spPr>
            <a:xfrm>
              <a:off x="604278" y="2797428"/>
              <a:ext cx="10808335" cy="1888489"/>
            </a:xfrm>
            <a:custGeom>
              <a:avLst/>
              <a:gdLst/>
              <a:ahLst/>
              <a:cxnLst/>
              <a:rect l="l" t="t" r="r" b="b"/>
              <a:pathLst>
                <a:path w="10808335" h="1888489">
                  <a:moveTo>
                    <a:pt x="0" y="0"/>
                  </a:moveTo>
                  <a:lnTo>
                    <a:pt x="10808195" y="0"/>
                  </a:lnTo>
                </a:path>
                <a:path w="10808335" h="1888489">
                  <a:moveTo>
                    <a:pt x="0" y="1888363"/>
                  </a:moveTo>
                  <a:lnTo>
                    <a:pt x="10808195" y="1888363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80412" y="1533601"/>
              <a:ext cx="153035" cy="335280"/>
            </a:xfrm>
            <a:custGeom>
              <a:avLst/>
              <a:gdLst/>
              <a:ahLst/>
              <a:cxnLst/>
              <a:rect l="l" t="t" r="r" b="b"/>
              <a:pathLst>
                <a:path w="153034" h="335280">
                  <a:moveTo>
                    <a:pt x="0" y="0"/>
                  </a:moveTo>
                  <a:lnTo>
                    <a:pt x="153034" y="166103"/>
                  </a:lnTo>
                  <a:lnTo>
                    <a:pt x="5738" y="335280"/>
                  </a:lnTo>
                </a:path>
              </a:pathLst>
            </a:custGeom>
            <a:ln w="19821">
              <a:solidFill>
                <a:srgbClr val="0004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7162" y="1813408"/>
              <a:ext cx="91961" cy="9208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9555" y="1655199"/>
              <a:ext cx="91961" cy="9208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7633780" y="1701243"/>
              <a:ext cx="488950" cy="130175"/>
            </a:xfrm>
            <a:custGeom>
              <a:avLst/>
              <a:gdLst/>
              <a:ahLst/>
              <a:cxnLst/>
              <a:rect l="l" t="t" r="r" b="b"/>
              <a:pathLst>
                <a:path w="488950" h="130175">
                  <a:moveTo>
                    <a:pt x="0" y="0"/>
                  </a:moveTo>
                  <a:lnTo>
                    <a:pt x="488603" y="0"/>
                  </a:lnTo>
                </a:path>
                <a:path w="488950" h="130175">
                  <a:moveTo>
                    <a:pt x="34677" y="129971"/>
                  </a:moveTo>
                  <a:lnTo>
                    <a:pt x="86495" y="79402"/>
                  </a:lnTo>
                  <a:lnTo>
                    <a:pt x="422220" y="79402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7161" y="1497010"/>
              <a:ext cx="91961" cy="9208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668457" y="1571276"/>
              <a:ext cx="384810" cy="50800"/>
            </a:xfrm>
            <a:custGeom>
              <a:avLst/>
              <a:gdLst/>
              <a:ahLst/>
              <a:cxnLst/>
              <a:rect l="l" t="t" r="r" b="b"/>
              <a:pathLst>
                <a:path w="384809" h="50800">
                  <a:moveTo>
                    <a:pt x="0" y="0"/>
                  </a:moveTo>
                  <a:lnTo>
                    <a:pt x="11146" y="10876"/>
                  </a:lnTo>
                  <a:lnTo>
                    <a:pt x="51817" y="50565"/>
                  </a:lnTo>
                  <a:lnTo>
                    <a:pt x="384777" y="50565"/>
                  </a:lnTo>
                </a:path>
              </a:pathLst>
            </a:custGeom>
            <a:ln w="19849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078844" y="1560540"/>
              <a:ext cx="412115" cy="253365"/>
            </a:xfrm>
            <a:custGeom>
              <a:avLst/>
              <a:gdLst/>
              <a:ahLst/>
              <a:cxnLst/>
              <a:rect l="l" t="t" r="r" b="b"/>
              <a:pathLst>
                <a:path w="412114" h="253364">
                  <a:moveTo>
                    <a:pt x="319770" y="252945"/>
                  </a:moveTo>
                  <a:lnTo>
                    <a:pt x="361649" y="244959"/>
                  </a:lnTo>
                  <a:lnTo>
                    <a:pt x="400606" y="209609"/>
                  </a:lnTo>
                  <a:lnTo>
                    <a:pt x="411871" y="160839"/>
                  </a:lnTo>
                  <a:lnTo>
                    <a:pt x="404894" y="126064"/>
                  </a:lnTo>
                  <a:lnTo>
                    <a:pt x="385811" y="97656"/>
                  </a:lnTo>
                  <a:lnTo>
                    <a:pt x="357486" y="78489"/>
                  </a:lnTo>
                  <a:lnTo>
                    <a:pt x="322783" y="71441"/>
                  </a:lnTo>
                  <a:lnTo>
                    <a:pt x="321545" y="71441"/>
                  </a:lnTo>
                  <a:lnTo>
                    <a:pt x="320347" y="71466"/>
                  </a:lnTo>
                  <a:lnTo>
                    <a:pt x="319150" y="71511"/>
                  </a:lnTo>
                  <a:lnTo>
                    <a:pt x="289412" y="31675"/>
                  </a:lnTo>
                  <a:lnTo>
                    <a:pt x="248169" y="7201"/>
                  </a:lnTo>
                  <a:lnTo>
                    <a:pt x="200775" y="0"/>
                  </a:lnTo>
                  <a:lnTo>
                    <a:pt x="152588" y="11980"/>
                  </a:lnTo>
                  <a:lnTo>
                    <a:pt x="124473" y="30322"/>
                  </a:lnTo>
                  <a:lnTo>
                    <a:pt x="102562" y="55021"/>
                  </a:lnTo>
                  <a:lnTo>
                    <a:pt x="87854" y="84595"/>
                  </a:lnTo>
                  <a:lnTo>
                    <a:pt x="81347" y="117564"/>
                  </a:lnTo>
                  <a:lnTo>
                    <a:pt x="54695" y="117185"/>
                  </a:lnTo>
                  <a:lnTo>
                    <a:pt x="12217" y="144581"/>
                  </a:lnTo>
                  <a:lnTo>
                    <a:pt x="0" y="178522"/>
                  </a:lnTo>
                  <a:lnTo>
                    <a:pt x="4" y="183319"/>
                  </a:lnTo>
                  <a:lnTo>
                    <a:pt x="11189" y="222983"/>
                  </a:lnTo>
                  <a:lnTo>
                    <a:pt x="35796" y="243665"/>
                  </a:lnTo>
                  <a:lnTo>
                    <a:pt x="60403" y="251543"/>
                  </a:lnTo>
                  <a:lnTo>
                    <a:pt x="71588" y="252796"/>
                  </a:lnTo>
                  <a:lnTo>
                    <a:pt x="319770" y="252945"/>
                  </a:lnTo>
                  <a:close/>
                </a:path>
              </a:pathLst>
            </a:custGeom>
            <a:ln w="19841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2939" y="1428157"/>
              <a:ext cx="194507" cy="19588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93693" y="1428157"/>
              <a:ext cx="194540" cy="19588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3693" y="1807390"/>
              <a:ext cx="194540" cy="1959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2939" y="1807390"/>
              <a:ext cx="194507" cy="19590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5666372" y="1485615"/>
              <a:ext cx="281940" cy="318770"/>
            </a:xfrm>
            <a:custGeom>
              <a:avLst/>
              <a:gdLst/>
              <a:ahLst/>
              <a:cxnLst/>
              <a:rect l="l" t="t" r="r" b="b"/>
              <a:pathLst>
                <a:path w="281939" h="318769">
                  <a:moveTo>
                    <a:pt x="267758" y="114128"/>
                  </a:moveTo>
                  <a:lnTo>
                    <a:pt x="265312" y="107241"/>
                  </a:lnTo>
                  <a:lnTo>
                    <a:pt x="264008" y="100095"/>
                  </a:lnTo>
                  <a:lnTo>
                    <a:pt x="263861" y="92834"/>
                  </a:lnTo>
                  <a:lnTo>
                    <a:pt x="264884" y="85605"/>
                  </a:lnTo>
                  <a:lnTo>
                    <a:pt x="265978" y="80477"/>
                  </a:lnTo>
                  <a:lnTo>
                    <a:pt x="267956" y="75639"/>
                  </a:lnTo>
                  <a:lnTo>
                    <a:pt x="270730" y="71214"/>
                  </a:lnTo>
                  <a:lnTo>
                    <a:pt x="280043" y="55623"/>
                  </a:lnTo>
                  <a:lnTo>
                    <a:pt x="279399" y="55085"/>
                  </a:lnTo>
                  <a:lnTo>
                    <a:pt x="260921" y="36806"/>
                  </a:lnTo>
                  <a:lnTo>
                    <a:pt x="260376" y="36310"/>
                  </a:lnTo>
                  <a:lnTo>
                    <a:pt x="244673" y="45945"/>
                  </a:lnTo>
                  <a:lnTo>
                    <a:pt x="234837" y="50622"/>
                  </a:lnTo>
                  <a:lnTo>
                    <a:pt x="224320" y="52836"/>
                  </a:lnTo>
                  <a:lnTo>
                    <a:pt x="213576" y="52546"/>
                  </a:lnTo>
                  <a:lnTo>
                    <a:pt x="203060" y="49709"/>
                  </a:lnTo>
                  <a:lnTo>
                    <a:pt x="196273" y="46979"/>
                  </a:lnTo>
                  <a:lnTo>
                    <a:pt x="190254" y="42637"/>
                  </a:lnTo>
                  <a:lnTo>
                    <a:pt x="185523" y="37054"/>
                  </a:lnTo>
                  <a:lnTo>
                    <a:pt x="180751" y="31554"/>
                  </a:lnTo>
                  <a:lnTo>
                    <a:pt x="177353" y="24978"/>
                  </a:lnTo>
                  <a:lnTo>
                    <a:pt x="175615" y="17906"/>
                  </a:lnTo>
                  <a:lnTo>
                    <a:pt x="171503" y="0"/>
                  </a:lnTo>
                  <a:lnTo>
                    <a:pt x="170711" y="0"/>
                  </a:lnTo>
                  <a:lnTo>
                    <a:pt x="144752" y="0"/>
                  </a:lnTo>
                  <a:lnTo>
                    <a:pt x="143960" y="0"/>
                  </a:lnTo>
                  <a:lnTo>
                    <a:pt x="139799" y="17658"/>
                  </a:lnTo>
                  <a:lnTo>
                    <a:pt x="112998" y="50122"/>
                  </a:lnTo>
                  <a:lnTo>
                    <a:pt x="102521" y="53160"/>
                  </a:lnTo>
                  <a:lnTo>
                    <a:pt x="91772" y="53612"/>
                  </a:lnTo>
                  <a:lnTo>
                    <a:pt x="81220" y="51512"/>
                  </a:lnTo>
                  <a:lnTo>
                    <a:pt x="71336" y="46896"/>
                  </a:lnTo>
                  <a:lnTo>
                    <a:pt x="55483" y="37467"/>
                  </a:lnTo>
                  <a:lnTo>
                    <a:pt x="54938" y="38046"/>
                  </a:lnTo>
                  <a:lnTo>
                    <a:pt x="36609" y="56574"/>
                  </a:lnTo>
                  <a:lnTo>
                    <a:pt x="36014" y="57153"/>
                  </a:lnTo>
                  <a:lnTo>
                    <a:pt x="45674" y="72785"/>
                  </a:lnTo>
                  <a:lnTo>
                    <a:pt x="50394" y="82646"/>
                  </a:lnTo>
                  <a:lnTo>
                    <a:pt x="52639" y="93193"/>
                  </a:lnTo>
                  <a:lnTo>
                    <a:pt x="52369" y="103971"/>
                  </a:lnTo>
                  <a:lnTo>
                    <a:pt x="49538" y="114525"/>
                  </a:lnTo>
                  <a:lnTo>
                    <a:pt x="44267" y="124121"/>
                  </a:lnTo>
                  <a:lnTo>
                    <a:pt x="36971" y="132074"/>
                  </a:lnTo>
                  <a:lnTo>
                    <a:pt x="28008" y="138076"/>
                  </a:lnTo>
                  <a:lnTo>
                    <a:pt x="17734" y="141819"/>
                  </a:lnTo>
                  <a:lnTo>
                    <a:pt x="0" y="146335"/>
                  </a:lnTo>
                  <a:lnTo>
                    <a:pt x="0" y="147229"/>
                  </a:lnTo>
                  <a:lnTo>
                    <a:pt x="0" y="173134"/>
                  </a:lnTo>
                  <a:lnTo>
                    <a:pt x="0" y="173928"/>
                  </a:lnTo>
                  <a:lnTo>
                    <a:pt x="17883" y="178245"/>
                  </a:lnTo>
                  <a:lnTo>
                    <a:pt x="34432" y="185536"/>
                  </a:lnTo>
                  <a:lnTo>
                    <a:pt x="46487" y="198180"/>
                  </a:lnTo>
                  <a:lnTo>
                    <a:pt x="52932" y="214429"/>
                  </a:lnTo>
                  <a:lnTo>
                    <a:pt x="52647" y="232537"/>
                  </a:lnTo>
                  <a:lnTo>
                    <a:pt x="51541" y="237594"/>
                  </a:lnTo>
                  <a:lnTo>
                    <a:pt x="49588" y="242429"/>
                  </a:lnTo>
                  <a:lnTo>
                    <a:pt x="46863" y="246829"/>
                  </a:lnTo>
                  <a:lnTo>
                    <a:pt x="37501" y="262610"/>
                  </a:lnTo>
                  <a:lnTo>
                    <a:pt x="38045" y="263255"/>
                  </a:lnTo>
                  <a:lnTo>
                    <a:pt x="56523" y="281468"/>
                  </a:lnTo>
                  <a:lnTo>
                    <a:pt x="57167" y="282064"/>
                  </a:lnTo>
                  <a:lnTo>
                    <a:pt x="72772" y="272139"/>
                  </a:lnTo>
                  <a:lnTo>
                    <a:pt x="78952" y="268326"/>
                  </a:lnTo>
                  <a:lnTo>
                    <a:pt x="85946" y="266030"/>
                  </a:lnTo>
                  <a:lnTo>
                    <a:pt x="93182" y="265439"/>
                  </a:lnTo>
                  <a:lnTo>
                    <a:pt x="100456" y="264790"/>
                  </a:lnTo>
                  <a:lnTo>
                    <a:pt x="107784" y="265844"/>
                  </a:lnTo>
                  <a:lnTo>
                    <a:pt x="114583" y="268516"/>
                  </a:lnTo>
                  <a:lnTo>
                    <a:pt x="141780" y="300426"/>
                  </a:lnTo>
                  <a:lnTo>
                    <a:pt x="146288" y="318291"/>
                  </a:lnTo>
                  <a:lnTo>
                    <a:pt x="147180" y="318291"/>
                  </a:lnTo>
                  <a:lnTo>
                    <a:pt x="173089" y="318291"/>
                  </a:lnTo>
                  <a:lnTo>
                    <a:pt x="173832" y="318291"/>
                  </a:lnTo>
                  <a:lnTo>
                    <a:pt x="178142" y="300426"/>
                  </a:lnTo>
                  <a:lnTo>
                    <a:pt x="185396" y="283859"/>
                  </a:lnTo>
                  <a:lnTo>
                    <a:pt x="197990" y="271784"/>
                  </a:lnTo>
                  <a:lnTo>
                    <a:pt x="214186" y="265322"/>
                  </a:lnTo>
                  <a:lnTo>
                    <a:pt x="232242" y="265592"/>
                  </a:lnTo>
                  <a:lnTo>
                    <a:pt x="237308" y="266696"/>
                  </a:lnTo>
                  <a:lnTo>
                    <a:pt x="242150" y="268657"/>
                  </a:lnTo>
                  <a:lnTo>
                    <a:pt x="246555" y="271394"/>
                  </a:lnTo>
                  <a:lnTo>
                    <a:pt x="262358" y="280823"/>
                  </a:lnTo>
                  <a:lnTo>
                    <a:pt x="262952" y="280178"/>
                  </a:lnTo>
                  <a:lnTo>
                    <a:pt x="281133" y="261717"/>
                  </a:lnTo>
                  <a:lnTo>
                    <a:pt x="281728" y="261122"/>
                  </a:lnTo>
                  <a:lnTo>
                    <a:pt x="272117" y="245489"/>
                  </a:lnTo>
                  <a:lnTo>
                    <a:pt x="267379" y="235653"/>
                  </a:lnTo>
                  <a:lnTo>
                    <a:pt x="265128" y="225119"/>
                  </a:lnTo>
                  <a:lnTo>
                    <a:pt x="265404" y="214348"/>
                  </a:lnTo>
                  <a:lnTo>
                    <a:pt x="268253" y="203803"/>
                  </a:lnTo>
                </a:path>
              </a:pathLst>
            </a:custGeom>
            <a:ln w="19830">
              <a:solidFill>
                <a:srgbClr val="0000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42405" y="1561061"/>
              <a:ext cx="251570" cy="16656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967618" y="1393392"/>
              <a:ext cx="232410" cy="242570"/>
            </a:xfrm>
            <a:custGeom>
              <a:avLst/>
              <a:gdLst/>
              <a:ahLst/>
              <a:cxnLst/>
              <a:rect l="l" t="t" r="r" b="b"/>
              <a:pathLst>
                <a:path w="232410" h="242569">
                  <a:moveTo>
                    <a:pt x="211077" y="110212"/>
                  </a:moveTo>
                  <a:lnTo>
                    <a:pt x="210861" y="101534"/>
                  </a:lnTo>
                  <a:lnTo>
                    <a:pt x="212728" y="93178"/>
                  </a:lnTo>
                  <a:lnTo>
                    <a:pt x="216546" y="85513"/>
                  </a:lnTo>
                  <a:lnTo>
                    <a:pt x="222182" y="78906"/>
                  </a:lnTo>
                  <a:lnTo>
                    <a:pt x="232090" y="69270"/>
                  </a:lnTo>
                  <a:lnTo>
                    <a:pt x="231759" y="68691"/>
                  </a:lnTo>
                  <a:lnTo>
                    <a:pt x="221852" y="51322"/>
                  </a:lnTo>
                  <a:lnTo>
                    <a:pt x="221480" y="50825"/>
                  </a:lnTo>
                  <a:lnTo>
                    <a:pt x="207816" y="54713"/>
                  </a:lnTo>
                  <a:lnTo>
                    <a:pt x="199529" y="56150"/>
                  </a:lnTo>
                  <a:lnTo>
                    <a:pt x="191251" y="55607"/>
                  </a:lnTo>
                  <a:lnTo>
                    <a:pt x="183329" y="53148"/>
                  </a:lnTo>
                  <a:lnTo>
                    <a:pt x="176111" y="48840"/>
                  </a:lnTo>
                  <a:lnTo>
                    <a:pt x="170115" y="42915"/>
                  </a:lnTo>
                  <a:lnTo>
                    <a:pt x="165733" y="35839"/>
                  </a:lnTo>
                  <a:lnTo>
                    <a:pt x="163124" y="27933"/>
                  </a:lnTo>
                  <a:lnTo>
                    <a:pt x="162446" y="19519"/>
                  </a:lnTo>
                  <a:lnTo>
                    <a:pt x="162776" y="5334"/>
                  </a:lnTo>
                  <a:lnTo>
                    <a:pt x="162198" y="5334"/>
                  </a:lnTo>
                  <a:lnTo>
                    <a:pt x="142878" y="0"/>
                  </a:lnTo>
                  <a:lnTo>
                    <a:pt x="142259" y="0"/>
                  </a:lnTo>
                  <a:lnTo>
                    <a:pt x="135943" y="12034"/>
                  </a:lnTo>
                  <a:lnTo>
                    <a:pt x="131102" y="18993"/>
                  </a:lnTo>
                  <a:lnTo>
                    <a:pt x="124833" y="24534"/>
                  </a:lnTo>
                  <a:lnTo>
                    <a:pt x="117441" y="28446"/>
                  </a:lnTo>
                  <a:lnTo>
                    <a:pt x="109233" y="30520"/>
                  </a:lnTo>
                  <a:lnTo>
                    <a:pt x="100806" y="30603"/>
                  </a:lnTo>
                  <a:lnTo>
                    <a:pt x="92720" y="28705"/>
                  </a:lnTo>
                  <a:lnTo>
                    <a:pt x="85315" y="24954"/>
                  </a:lnTo>
                  <a:lnTo>
                    <a:pt x="78932" y="19478"/>
                  </a:lnTo>
                  <a:lnTo>
                    <a:pt x="69024" y="9139"/>
                  </a:lnTo>
                  <a:lnTo>
                    <a:pt x="68528" y="9428"/>
                  </a:lnTo>
                  <a:lnTo>
                    <a:pt x="51025" y="19354"/>
                  </a:lnTo>
                  <a:lnTo>
                    <a:pt x="50480" y="19643"/>
                  </a:lnTo>
                  <a:lnTo>
                    <a:pt x="54492" y="33373"/>
                  </a:lnTo>
                  <a:lnTo>
                    <a:pt x="55959" y="41675"/>
                  </a:lnTo>
                  <a:lnTo>
                    <a:pt x="55440" y="49972"/>
                  </a:lnTo>
                  <a:lnTo>
                    <a:pt x="52998" y="57921"/>
                  </a:lnTo>
                  <a:lnTo>
                    <a:pt x="48696" y="65176"/>
                  </a:lnTo>
                  <a:lnTo>
                    <a:pt x="42796" y="71205"/>
                  </a:lnTo>
                  <a:lnTo>
                    <a:pt x="35731" y="75602"/>
                  </a:lnTo>
                  <a:lnTo>
                    <a:pt x="27829" y="78208"/>
                  </a:lnTo>
                  <a:lnTo>
                    <a:pt x="19419" y="78864"/>
                  </a:lnTo>
                  <a:lnTo>
                    <a:pt x="4953" y="78533"/>
                  </a:lnTo>
                  <a:lnTo>
                    <a:pt x="4953" y="79154"/>
                  </a:lnTo>
                  <a:lnTo>
                    <a:pt x="0" y="98467"/>
                  </a:lnTo>
                  <a:lnTo>
                    <a:pt x="0" y="99046"/>
                  </a:lnTo>
                  <a:lnTo>
                    <a:pt x="12434" y="105993"/>
                  </a:lnTo>
                  <a:lnTo>
                    <a:pt x="23219" y="114850"/>
                  </a:lnTo>
                  <a:lnTo>
                    <a:pt x="29556" y="126754"/>
                  </a:lnTo>
                  <a:lnTo>
                    <a:pt x="30976" y="140177"/>
                  </a:lnTo>
                  <a:lnTo>
                    <a:pt x="27011" y="153593"/>
                  </a:lnTo>
                  <a:lnTo>
                    <a:pt x="25132" y="157150"/>
                  </a:lnTo>
                  <a:lnTo>
                    <a:pt x="22668" y="160334"/>
                  </a:lnTo>
                  <a:lnTo>
                    <a:pt x="19716" y="163022"/>
                  </a:lnTo>
                  <a:lnTo>
                    <a:pt x="9511" y="172948"/>
                  </a:lnTo>
                  <a:lnTo>
                    <a:pt x="9511" y="173485"/>
                  </a:lnTo>
                  <a:lnTo>
                    <a:pt x="19419" y="190937"/>
                  </a:lnTo>
                  <a:lnTo>
                    <a:pt x="19815" y="191462"/>
                  </a:lnTo>
                  <a:lnTo>
                    <a:pt x="33438" y="187546"/>
                  </a:lnTo>
                  <a:lnTo>
                    <a:pt x="38656" y="185975"/>
                  </a:lnTo>
                  <a:lnTo>
                    <a:pt x="44164" y="185602"/>
                  </a:lnTo>
                  <a:lnTo>
                    <a:pt x="49538" y="186512"/>
                  </a:lnTo>
                  <a:lnTo>
                    <a:pt x="55079" y="187546"/>
                  </a:lnTo>
                  <a:lnTo>
                    <a:pt x="60305" y="189862"/>
                  </a:lnTo>
                  <a:lnTo>
                    <a:pt x="64813" y="193249"/>
                  </a:lnTo>
                  <a:lnTo>
                    <a:pt x="70802" y="199190"/>
                  </a:lnTo>
                  <a:lnTo>
                    <a:pt x="75170" y="206284"/>
                  </a:lnTo>
                  <a:lnTo>
                    <a:pt x="77765" y="214204"/>
                  </a:lnTo>
                  <a:lnTo>
                    <a:pt x="78436" y="222628"/>
                  </a:lnTo>
                  <a:lnTo>
                    <a:pt x="78023" y="236871"/>
                  </a:lnTo>
                  <a:lnTo>
                    <a:pt x="78684" y="236871"/>
                  </a:lnTo>
                  <a:lnTo>
                    <a:pt x="97922" y="242181"/>
                  </a:lnTo>
                  <a:lnTo>
                    <a:pt x="98541" y="242181"/>
                  </a:lnTo>
                  <a:lnTo>
                    <a:pt x="105435" y="229725"/>
                  </a:lnTo>
                  <a:lnTo>
                    <a:pt x="114275" y="218921"/>
                  </a:lnTo>
                  <a:lnTo>
                    <a:pt x="126154" y="212572"/>
                  </a:lnTo>
                  <a:lnTo>
                    <a:pt x="139541" y="211150"/>
                  </a:lnTo>
                  <a:lnTo>
                    <a:pt x="152910" y="215122"/>
                  </a:lnTo>
                  <a:lnTo>
                    <a:pt x="156419" y="217004"/>
                  </a:lnTo>
                  <a:lnTo>
                    <a:pt x="159639" y="219473"/>
                  </a:lnTo>
                  <a:lnTo>
                    <a:pt x="162322" y="222429"/>
                  </a:lnTo>
                  <a:lnTo>
                    <a:pt x="172230" y="232702"/>
                  </a:lnTo>
                  <a:lnTo>
                    <a:pt x="172808" y="232355"/>
                  </a:lnTo>
                  <a:lnTo>
                    <a:pt x="190188" y="222429"/>
                  </a:lnTo>
                  <a:lnTo>
                    <a:pt x="190725" y="222132"/>
                  </a:lnTo>
                  <a:lnTo>
                    <a:pt x="186803" y="208534"/>
                  </a:lnTo>
                  <a:lnTo>
                    <a:pt x="185313" y="200233"/>
                  </a:lnTo>
                  <a:lnTo>
                    <a:pt x="185817" y="191928"/>
                  </a:lnTo>
                  <a:lnTo>
                    <a:pt x="188248" y="183970"/>
                  </a:lnTo>
                  <a:lnTo>
                    <a:pt x="192541" y="176711"/>
                  </a:lnTo>
                </a:path>
              </a:pathLst>
            </a:custGeom>
            <a:ln w="19832">
              <a:solidFill>
                <a:srgbClr val="0000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1350" y="1457460"/>
              <a:ext cx="187765" cy="122431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936310" y="1722618"/>
              <a:ext cx="232410" cy="242570"/>
            </a:xfrm>
            <a:custGeom>
              <a:avLst/>
              <a:gdLst/>
              <a:ahLst/>
              <a:cxnLst/>
              <a:rect l="l" t="t" r="r" b="b"/>
              <a:pathLst>
                <a:path w="232410" h="242569">
                  <a:moveTo>
                    <a:pt x="211093" y="110369"/>
                  </a:moveTo>
                  <a:lnTo>
                    <a:pt x="210878" y="101686"/>
                  </a:lnTo>
                  <a:lnTo>
                    <a:pt x="212745" y="93330"/>
                  </a:lnTo>
                  <a:lnTo>
                    <a:pt x="216562" y="85665"/>
                  </a:lnTo>
                  <a:lnTo>
                    <a:pt x="222198" y="79055"/>
                  </a:lnTo>
                  <a:lnTo>
                    <a:pt x="232106" y="69129"/>
                  </a:lnTo>
                  <a:lnTo>
                    <a:pt x="231735" y="68583"/>
                  </a:lnTo>
                  <a:lnTo>
                    <a:pt x="221827" y="51164"/>
                  </a:lnTo>
                  <a:lnTo>
                    <a:pt x="221538" y="50668"/>
                  </a:lnTo>
                  <a:lnTo>
                    <a:pt x="207873" y="54589"/>
                  </a:lnTo>
                  <a:lnTo>
                    <a:pt x="199581" y="56045"/>
                  </a:lnTo>
                  <a:lnTo>
                    <a:pt x="191288" y="55521"/>
                  </a:lnTo>
                  <a:lnTo>
                    <a:pt x="183352" y="53078"/>
                  </a:lnTo>
                  <a:lnTo>
                    <a:pt x="176127" y="48782"/>
                  </a:lnTo>
                  <a:lnTo>
                    <a:pt x="170115" y="42843"/>
                  </a:lnTo>
                  <a:lnTo>
                    <a:pt x="165739" y="35751"/>
                  </a:lnTo>
                  <a:lnTo>
                    <a:pt x="163152" y="27829"/>
                  </a:lnTo>
                  <a:lnTo>
                    <a:pt x="162504" y="19403"/>
                  </a:lnTo>
                  <a:lnTo>
                    <a:pt x="162834" y="5210"/>
                  </a:lnTo>
                  <a:lnTo>
                    <a:pt x="162174" y="5210"/>
                  </a:lnTo>
                  <a:lnTo>
                    <a:pt x="143266" y="0"/>
                  </a:lnTo>
                  <a:lnTo>
                    <a:pt x="142606" y="0"/>
                  </a:lnTo>
                  <a:lnTo>
                    <a:pt x="135877" y="12108"/>
                  </a:lnTo>
                  <a:lnTo>
                    <a:pt x="109167" y="30619"/>
                  </a:lnTo>
                  <a:lnTo>
                    <a:pt x="100740" y="30727"/>
                  </a:lnTo>
                  <a:lnTo>
                    <a:pt x="92652" y="28834"/>
                  </a:lnTo>
                  <a:lnTo>
                    <a:pt x="85247" y="25067"/>
                  </a:lnTo>
                  <a:lnTo>
                    <a:pt x="78866" y="19552"/>
                  </a:lnTo>
                  <a:lnTo>
                    <a:pt x="68958" y="9230"/>
                  </a:lnTo>
                  <a:lnTo>
                    <a:pt x="68462" y="9577"/>
                  </a:lnTo>
                  <a:lnTo>
                    <a:pt x="51124" y="19552"/>
                  </a:lnTo>
                  <a:lnTo>
                    <a:pt x="50579" y="19850"/>
                  </a:lnTo>
                  <a:lnTo>
                    <a:pt x="54492" y="33497"/>
                  </a:lnTo>
                  <a:lnTo>
                    <a:pt x="55945" y="41815"/>
                  </a:lnTo>
                  <a:lnTo>
                    <a:pt x="55421" y="50128"/>
                  </a:lnTo>
                  <a:lnTo>
                    <a:pt x="52984" y="58091"/>
                  </a:lnTo>
                  <a:lnTo>
                    <a:pt x="48696" y="65358"/>
                  </a:lnTo>
                  <a:lnTo>
                    <a:pt x="42780" y="71394"/>
                  </a:lnTo>
                  <a:lnTo>
                    <a:pt x="35702" y="75791"/>
                  </a:lnTo>
                  <a:lnTo>
                    <a:pt x="27789" y="78396"/>
                  </a:lnTo>
                  <a:lnTo>
                    <a:pt x="19369" y="79054"/>
                  </a:lnTo>
                  <a:lnTo>
                    <a:pt x="5251" y="78657"/>
                  </a:lnTo>
                  <a:lnTo>
                    <a:pt x="5251" y="79352"/>
                  </a:lnTo>
                  <a:lnTo>
                    <a:pt x="0" y="98657"/>
                  </a:lnTo>
                  <a:lnTo>
                    <a:pt x="0" y="99252"/>
                  </a:lnTo>
                  <a:lnTo>
                    <a:pt x="12384" y="106200"/>
                  </a:lnTo>
                  <a:lnTo>
                    <a:pt x="23173" y="115026"/>
                  </a:lnTo>
                  <a:lnTo>
                    <a:pt x="29525" y="126898"/>
                  </a:lnTo>
                  <a:lnTo>
                    <a:pt x="19666" y="163221"/>
                  </a:lnTo>
                  <a:lnTo>
                    <a:pt x="9461" y="173146"/>
                  </a:lnTo>
                  <a:lnTo>
                    <a:pt x="9759" y="173742"/>
                  </a:lnTo>
                  <a:lnTo>
                    <a:pt x="19666" y="191161"/>
                  </a:lnTo>
                  <a:lnTo>
                    <a:pt x="20063" y="191706"/>
                  </a:lnTo>
                  <a:lnTo>
                    <a:pt x="33636" y="187786"/>
                  </a:lnTo>
                  <a:lnTo>
                    <a:pt x="38983" y="186169"/>
                  </a:lnTo>
                  <a:lnTo>
                    <a:pt x="44634" y="185834"/>
                  </a:lnTo>
                  <a:lnTo>
                    <a:pt x="50133" y="186793"/>
                  </a:lnTo>
                  <a:lnTo>
                    <a:pt x="55669" y="187836"/>
                  </a:lnTo>
                  <a:lnTo>
                    <a:pt x="60891" y="190143"/>
                  </a:lnTo>
                  <a:lnTo>
                    <a:pt x="65391" y="193543"/>
                  </a:lnTo>
                  <a:lnTo>
                    <a:pt x="79266" y="217339"/>
                  </a:lnTo>
                  <a:lnTo>
                    <a:pt x="79014" y="222922"/>
                  </a:lnTo>
                  <a:lnTo>
                    <a:pt x="78618" y="237166"/>
                  </a:lnTo>
                  <a:lnTo>
                    <a:pt x="79262" y="237166"/>
                  </a:lnTo>
                  <a:lnTo>
                    <a:pt x="98599" y="242476"/>
                  </a:lnTo>
                  <a:lnTo>
                    <a:pt x="99135" y="242476"/>
                  </a:lnTo>
                  <a:lnTo>
                    <a:pt x="106071" y="230068"/>
                  </a:lnTo>
                  <a:lnTo>
                    <a:pt x="113979" y="220087"/>
                  </a:lnTo>
                  <a:lnTo>
                    <a:pt x="124565" y="213710"/>
                  </a:lnTo>
                  <a:lnTo>
                    <a:pt x="136700" y="211367"/>
                  </a:lnTo>
                  <a:lnTo>
                    <a:pt x="149252" y="213493"/>
                  </a:lnTo>
                  <a:lnTo>
                    <a:pt x="154454" y="215465"/>
                  </a:lnTo>
                  <a:lnTo>
                    <a:pt x="159160" y="218625"/>
                  </a:lnTo>
                  <a:lnTo>
                    <a:pt x="162917" y="222723"/>
                  </a:lnTo>
                  <a:lnTo>
                    <a:pt x="172825" y="233045"/>
                  </a:lnTo>
                  <a:lnTo>
                    <a:pt x="173402" y="232698"/>
                  </a:lnTo>
                  <a:lnTo>
                    <a:pt x="190782" y="222773"/>
                  </a:lnTo>
                  <a:lnTo>
                    <a:pt x="191319" y="222475"/>
                  </a:lnTo>
                  <a:lnTo>
                    <a:pt x="187397" y="208828"/>
                  </a:lnTo>
                  <a:lnTo>
                    <a:pt x="185829" y="203468"/>
                  </a:lnTo>
                  <a:lnTo>
                    <a:pt x="185498" y="197811"/>
                  </a:lnTo>
                  <a:lnTo>
                    <a:pt x="186448" y="192302"/>
                  </a:lnTo>
                  <a:lnTo>
                    <a:pt x="187439" y="186736"/>
                  </a:lnTo>
                  <a:lnTo>
                    <a:pt x="189750" y="181492"/>
                  </a:lnTo>
                  <a:lnTo>
                    <a:pt x="193218" y="177017"/>
                  </a:lnTo>
                </a:path>
              </a:pathLst>
            </a:custGeom>
            <a:ln w="19832">
              <a:solidFill>
                <a:srgbClr val="0000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0058" y="1786794"/>
              <a:ext cx="187724" cy="12240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59622" y="1369703"/>
              <a:ext cx="91970" cy="9208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89431" y="1442654"/>
              <a:ext cx="91953" cy="9208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581280" y="1567485"/>
              <a:ext cx="238125" cy="115570"/>
            </a:xfrm>
            <a:custGeom>
              <a:avLst/>
              <a:gdLst/>
              <a:ahLst/>
              <a:cxnLst/>
              <a:rect l="l" t="t" r="r" b="b"/>
              <a:pathLst>
                <a:path w="238125" h="115569">
                  <a:moveTo>
                    <a:pt x="201706" y="43274"/>
                  </a:moveTo>
                  <a:lnTo>
                    <a:pt x="215755" y="46113"/>
                  </a:lnTo>
                  <a:lnTo>
                    <a:pt x="227224" y="53857"/>
                  </a:lnTo>
                  <a:lnTo>
                    <a:pt x="234953" y="65341"/>
                  </a:lnTo>
                  <a:lnTo>
                    <a:pt x="237787" y="79402"/>
                  </a:lnTo>
                  <a:lnTo>
                    <a:pt x="234953" y="93465"/>
                  </a:lnTo>
                  <a:lnTo>
                    <a:pt x="227224" y="104949"/>
                  </a:lnTo>
                  <a:lnTo>
                    <a:pt x="215755" y="112691"/>
                  </a:lnTo>
                  <a:lnTo>
                    <a:pt x="201706" y="115530"/>
                  </a:lnTo>
                  <a:lnTo>
                    <a:pt x="187680" y="112691"/>
                  </a:lnTo>
                  <a:lnTo>
                    <a:pt x="176224" y="104949"/>
                  </a:lnTo>
                  <a:lnTo>
                    <a:pt x="168499" y="93465"/>
                  </a:lnTo>
                  <a:lnTo>
                    <a:pt x="165666" y="79402"/>
                  </a:lnTo>
                  <a:lnTo>
                    <a:pt x="168499" y="65341"/>
                  </a:lnTo>
                  <a:lnTo>
                    <a:pt x="176224" y="53857"/>
                  </a:lnTo>
                  <a:lnTo>
                    <a:pt x="187680" y="46113"/>
                  </a:lnTo>
                  <a:lnTo>
                    <a:pt x="201706" y="43274"/>
                  </a:lnTo>
                  <a:close/>
                </a:path>
                <a:path w="238125" h="115569">
                  <a:moveTo>
                    <a:pt x="163478" y="79402"/>
                  </a:moveTo>
                  <a:lnTo>
                    <a:pt x="0" y="79402"/>
                  </a:lnTo>
                </a:path>
                <a:path w="238125" h="115569">
                  <a:moveTo>
                    <a:pt x="76991" y="0"/>
                  </a:moveTo>
                  <a:lnTo>
                    <a:pt x="0" y="0"/>
                  </a:lnTo>
                </a:path>
              </a:pathLst>
            </a:custGeom>
            <a:ln w="1983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59623" y="1832003"/>
              <a:ext cx="91970" cy="9208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689431" y="1759052"/>
              <a:ext cx="91953" cy="9208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581280" y="1726290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 h="0">
                  <a:moveTo>
                    <a:pt x="76991" y="0"/>
                  </a:moveTo>
                  <a:lnTo>
                    <a:pt x="0" y="0"/>
                  </a:lnTo>
                </a:path>
              </a:pathLst>
            </a:custGeom>
            <a:ln w="198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35237" y="1442659"/>
              <a:ext cx="163696" cy="41949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9355130" y="1391955"/>
              <a:ext cx="161925" cy="513715"/>
            </a:xfrm>
            <a:custGeom>
              <a:avLst/>
              <a:gdLst/>
              <a:ahLst/>
              <a:cxnLst/>
              <a:rect l="l" t="t" r="r" b="b"/>
              <a:pathLst>
                <a:path w="161925" h="513714">
                  <a:moveTo>
                    <a:pt x="48750" y="90225"/>
                  </a:moveTo>
                  <a:lnTo>
                    <a:pt x="42928" y="44207"/>
                  </a:lnTo>
                  <a:lnTo>
                    <a:pt x="71286" y="7556"/>
                  </a:lnTo>
                  <a:lnTo>
                    <a:pt x="94088" y="0"/>
                  </a:lnTo>
                  <a:lnTo>
                    <a:pt x="117213" y="1725"/>
                  </a:lnTo>
                  <a:lnTo>
                    <a:pt x="153805" y="30136"/>
                  </a:lnTo>
                  <a:lnTo>
                    <a:pt x="161748" y="434083"/>
                  </a:lnTo>
                  <a:lnTo>
                    <a:pt x="154636" y="465467"/>
                  </a:lnTo>
                  <a:lnTo>
                    <a:pt x="136686" y="490802"/>
                  </a:lnTo>
                  <a:lnTo>
                    <a:pt x="110563" y="507546"/>
                  </a:lnTo>
                  <a:lnTo>
                    <a:pt x="78932" y="513154"/>
                  </a:lnTo>
                  <a:lnTo>
                    <a:pt x="47603" y="506030"/>
                  </a:lnTo>
                  <a:lnTo>
                    <a:pt x="22313" y="488048"/>
                  </a:lnTo>
                  <a:lnTo>
                    <a:pt x="5598" y="461877"/>
                  </a:lnTo>
                  <a:lnTo>
                    <a:pt x="0" y="430187"/>
                  </a:lnTo>
                  <a:lnTo>
                    <a:pt x="136" y="424513"/>
                  </a:lnTo>
                  <a:lnTo>
                    <a:pt x="871" y="418864"/>
                  </a:lnTo>
                  <a:lnTo>
                    <a:pt x="2183" y="413339"/>
                  </a:lnTo>
                </a:path>
              </a:pathLst>
            </a:custGeom>
            <a:ln w="1981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59622" y="1369703"/>
              <a:ext cx="91970" cy="9208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9581280" y="1452571"/>
              <a:ext cx="238125" cy="230504"/>
            </a:xfrm>
            <a:custGeom>
              <a:avLst/>
              <a:gdLst/>
              <a:ahLst/>
              <a:cxnLst/>
              <a:rect l="l" t="t" r="r" b="b"/>
              <a:pathLst>
                <a:path w="238125" h="230505">
                  <a:moveTo>
                    <a:pt x="190188" y="36103"/>
                  </a:moveTo>
                  <a:lnTo>
                    <a:pt x="187354" y="50177"/>
                  </a:lnTo>
                  <a:lnTo>
                    <a:pt x="179625" y="61666"/>
                  </a:lnTo>
                  <a:lnTo>
                    <a:pt x="168157" y="69409"/>
                  </a:lnTo>
                  <a:lnTo>
                    <a:pt x="154107" y="72247"/>
                  </a:lnTo>
                  <a:lnTo>
                    <a:pt x="140081" y="69409"/>
                  </a:lnTo>
                  <a:lnTo>
                    <a:pt x="128625" y="61666"/>
                  </a:lnTo>
                  <a:lnTo>
                    <a:pt x="120900" y="50177"/>
                  </a:lnTo>
                  <a:lnTo>
                    <a:pt x="118067" y="36103"/>
                  </a:lnTo>
                  <a:lnTo>
                    <a:pt x="120900" y="22052"/>
                  </a:lnTo>
                  <a:lnTo>
                    <a:pt x="128625" y="10576"/>
                  </a:lnTo>
                  <a:lnTo>
                    <a:pt x="140081" y="2838"/>
                  </a:lnTo>
                  <a:lnTo>
                    <a:pt x="154107" y="0"/>
                  </a:lnTo>
                  <a:lnTo>
                    <a:pt x="168157" y="2838"/>
                  </a:lnTo>
                  <a:lnTo>
                    <a:pt x="179625" y="10576"/>
                  </a:lnTo>
                  <a:lnTo>
                    <a:pt x="187354" y="22052"/>
                  </a:lnTo>
                  <a:lnTo>
                    <a:pt x="190188" y="36103"/>
                  </a:lnTo>
                  <a:close/>
                </a:path>
                <a:path w="238125" h="230505">
                  <a:moveTo>
                    <a:pt x="201706" y="158188"/>
                  </a:moveTo>
                  <a:lnTo>
                    <a:pt x="215755" y="161028"/>
                  </a:lnTo>
                  <a:lnTo>
                    <a:pt x="227224" y="168771"/>
                  </a:lnTo>
                  <a:lnTo>
                    <a:pt x="234953" y="180255"/>
                  </a:lnTo>
                  <a:lnTo>
                    <a:pt x="237787" y="194316"/>
                  </a:lnTo>
                  <a:lnTo>
                    <a:pt x="234953" y="208379"/>
                  </a:lnTo>
                  <a:lnTo>
                    <a:pt x="227224" y="219863"/>
                  </a:lnTo>
                  <a:lnTo>
                    <a:pt x="215755" y="227605"/>
                  </a:lnTo>
                  <a:lnTo>
                    <a:pt x="201706" y="230444"/>
                  </a:lnTo>
                  <a:lnTo>
                    <a:pt x="187680" y="227605"/>
                  </a:lnTo>
                  <a:lnTo>
                    <a:pt x="176224" y="219863"/>
                  </a:lnTo>
                  <a:lnTo>
                    <a:pt x="168499" y="208379"/>
                  </a:lnTo>
                  <a:lnTo>
                    <a:pt x="165666" y="194316"/>
                  </a:lnTo>
                  <a:lnTo>
                    <a:pt x="168499" y="180255"/>
                  </a:lnTo>
                  <a:lnTo>
                    <a:pt x="176224" y="168771"/>
                  </a:lnTo>
                  <a:lnTo>
                    <a:pt x="187680" y="161028"/>
                  </a:lnTo>
                  <a:lnTo>
                    <a:pt x="201706" y="158188"/>
                  </a:lnTo>
                  <a:close/>
                </a:path>
                <a:path w="238125" h="230505">
                  <a:moveTo>
                    <a:pt x="163478" y="194316"/>
                  </a:moveTo>
                  <a:lnTo>
                    <a:pt x="0" y="194316"/>
                  </a:lnTo>
                </a:path>
                <a:path w="238125" h="230505">
                  <a:moveTo>
                    <a:pt x="128801" y="64348"/>
                  </a:moveTo>
                  <a:lnTo>
                    <a:pt x="76991" y="114914"/>
                  </a:lnTo>
                  <a:lnTo>
                    <a:pt x="0" y="114914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59623" y="1832003"/>
              <a:ext cx="91970" cy="9208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71357" y="1716367"/>
              <a:ext cx="210028" cy="13477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35237" y="1442617"/>
              <a:ext cx="167706" cy="419537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9355130" y="1392010"/>
              <a:ext cx="161925" cy="513715"/>
            </a:xfrm>
            <a:custGeom>
              <a:avLst/>
              <a:gdLst/>
              <a:ahLst/>
              <a:cxnLst/>
              <a:rect l="l" t="t" r="r" b="b"/>
              <a:pathLst>
                <a:path w="161925" h="513714">
                  <a:moveTo>
                    <a:pt x="48750" y="90171"/>
                  </a:moveTo>
                  <a:lnTo>
                    <a:pt x="42983" y="44158"/>
                  </a:lnTo>
                  <a:lnTo>
                    <a:pt x="71389" y="7543"/>
                  </a:lnTo>
                  <a:lnTo>
                    <a:pt x="94201" y="0"/>
                  </a:lnTo>
                  <a:lnTo>
                    <a:pt x="117322" y="1753"/>
                  </a:lnTo>
                  <a:lnTo>
                    <a:pt x="153880" y="30206"/>
                  </a:lnTo>
                  <a:lnTo>
                    <a:pt x="161748" y="434029"/>
                  </a:lnTo>
                  <a:lnTo>
                    <a:pt x="154636" y="465412"/>
                  </a:lnTo>
                  <a:lnTo>
                    <a:pt x="136686" y="490748"/>
                  </a:lnTo>
                  <a:lnTo>
                    <a:pt x="110563" y="507491"/>
                  </a:lnTo>
                  <a:lnTo>
                    <a:pt x="78932" y="513100"/>
                  </a:lnTo>
                  <a:lnTo>
                    <a:pt x="47603" y="505975"/>
                  </a:lnTo>
                  <a:lnTo>
                    <a:pt x="22313" y="487993"/>
                  </a:lnTo>
                  <a:lnTo>
                    <a:pt x="5598" y="461823"/>
                  </a:lnTo>
                  <a:lnTo>
                    <a:pt x="0" y="430133"/>
                  </a:lnTo>
                  <a:lnTo>
                    <a:pt x="136" y="424459"/>
                  </a:lnTo>
                  <a:lnTo>
                    <a:pt x="871" y="418810"/>
                  </a:lnTo>
                  <a:lnTo>
                    <a:pt x="2183" y="413285"/>
                  </a:lnTo>
                </a:path>
              </a:pathLst>
            </a:custGeom>
            <a:ln w="19818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74728" y="3271286"/>
              <a:ext cx="566420" cy="568325"/>
            </a:xfrm>
            <a:custGeom>
              <a:avLst/>
              <a:gdLst/>
              <a:ahLst/>
              <a:cxnLst/>
              <a:rect l="l" t="t" r="r" b="b"/>
              <a:pathLst>
                <a:path w="566419" h="568325">
                  <a:moveTo>
                    <a:pt x="538895" y="63356"/>
                  </a:moveTo>
                  <a:lnTo>
                    <a:pt x="433047" y="42513"/>
                  </a:lnTo>
                  <a:lnTo>
                    <a:pt x="441221" y="133867"/>
                  </a:lnTo>
                </a:path>
                <a:path w="566419" h="568325">
                  <a:moveTo>
                    <a:pt x="13501" y="500371"/>
                  </a:moveTo>
                  <a:lnTo>
                    <a:pt x="134128" y="525631"/>
                  </a:lnTo>
                  <a:lnTo>
                    <a:pt x="124419" y="434566"/>
                  </a:lnTo>
                </a:path>
                <a:path w="566419" h="568325">
                  <a:moveTo>
                    <a:pt x="432799" y="42513"/>
                  </a:moveTo>
                  <a:lnTo>
                    <a:pt x="469930" y="69988"/>
                  </a:lnTo>
                  <a:lnTo>
                    <a:pt x="501343" y="102202"/>
                  </a:lnTo>
                  <a:lnTo>
                    <a:pt x="526847" y="138347"/>
                  </a:lnTo>
                  <a:lnTo>
                    <a:pt x="546256" y="177620"/>
                  </a:lnTo>
                  <a:lnTo>
                    <a:pt x="559381" y="219215"/>
                  </a:lnTo>
                  <a:lnTo>
                    <a:pt x="566034" y="262325"/>
                  </a:lnTo>
                  <a:lnTo>
                    <a:pt x="566026" y="306147"/>
                  </a:lnTo>
                  <a:lnTo>
                    <a:pt x="559170" y="349874"/>
                  </a:lnTo>
                  <a:lnTo>
                    <a:pt x="545276" y="392700"/>
                  </a:lnTo>
                  <a:lnTo>
                    <a:pt x="524157" y="433822"/>
                  </a:lnTo>
                  <a:lnTo>
                    <a:pt x="493721" y="474380"/>
                  </a:lnTo>
                  <a:lnTo>
                    <a:pt x="457331" y="508256"/>
                  </a:lnTo>
                  <a:lnTo>
                    <a:pt x="416045" y="535001"/>
                  </a:lnTo>
                  <a:lnTo>
                    <a:pt x="370924" y="554163"/>
                  </a:lnTo>
                  <a:lnTo>
                    <a:pt x="323028" y="565294"/>
                  </a:lnTo>
                  <a:lnTo>
                    <a:pt x="273417" y="567944"/>
                  </a:lnTo>
                  <a:lnTo>
                    <a:pt x="223150" y="561661"/>
                  </a:lnTo>
                </a:path>
                <a:path w="566419" h="568325">
                  <a:moveTo>
                    <a:pt x="134178" y="525631"/>
                  </a:moveTo>
                  <a:lnTo>
                    <a:pt x="96972" y="498342"/>
                  </a:lnTo>
                  <a:lnTo>
                    <a:pt x="65460" y="466295"/>
                  </a:lnTo>
                  <a:lnTo>
                    <a:pt x="39833" y="430294"/>
                  </a:lnTo>
                  <a:lnTo>
                    <a:pt x="20282" y="391144"/>
                  </a:lnTo>
                  <a:lnTo>
                    <a:pt x="6999" y="349647"/>
                  </a:lnTo>
                  <a:lnTo>
                    <a:pt x="174" y="306608"/>
                  </a:lnTo>
                  <a:lnTo>
                    <a:pt x="0" y="262831"/>
                  </a:lnTo>
                  <a:lnTo>
                    <a:pt x="6666" y="219119"/>
                  </a:lnTo>
                  <a:lnTo>
                    <a:pt x="20365" y="176277"/>
                  </a:lnTo>
                  <a:lnTo>
                    <a:pt x="41288" y="135107"/>
                  </a:lnTo>
                  <a:lnTo>
                    <a:pt x="70333" y="95843"/>
                  </a:lnTo>
                  <a:lnTo>
                    <a:pt x="105131" y="62593"/>
                  </a:lnTo>
                  <a:lnTo>
                    <a:pt x="144765" y="35870"/>
                  </a:lnTo>
                  <a:lnTo>
                    <a:pt x="188315" y="16188"/>
                  </a:lnTo>
                  <a:lnTo>
                    <a:pt x="234862" y="4060"/>
                  </a:lnTo>
                  <a:lnTo>
                    <a:pt x="283488" y="0"/>
                  </a:lnTo>
                  <a:lnTo>
                    <a:pt x="298557" y="394"/>
                  </a:lnTo>
                  <a:lnTo>
                    <a:pt x="313574" y="1576"/>
                  </a:lnTo>
                  <a:lnTo>
                    <a:pt x="328509" y="3541"/>
                  </a:lnTo>
                  <a:lnTo>
                    <a:pt x="343331" y="6286"/>
                  </a:lnTo>
                </a:path>
              </a:pathLst>
            </a:custGeom>
            <a:ln w="19833">
              <a:solidFill>
                <a:srgbClr val="0000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4903" y="3412556"/>
              <a:ext cx="115914" cy="276770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282274" y="3333712"/>
              <a:ext cx="570865" cy="488950"/>
            </a:xfrm>
            <a:custGeom>
              <a:avLst/>
              <a:gdLst/>
              <a:ahLst/>
              <a:cxnLst/>
              <a:rect l="l" t="t" r="r" b="b"/>
              <a:pathLst>
                <a:path w="570864" h="488950">
                  <a:moveTo>
                    <a:pt x="0" y="488874"/>
                  </a:moveTo>
                  <a:lnTo>
                    <a:pt x="570598" y="488874"/>
                  </a:lnTo>
                </a:path>
                <a:path w="570864" h="488950">
                  <a:moveTo>
                    <a:pt x="99226" y="479097"/>
                  </a:moveTo>
                  <a:lnTo>
                    <a:pt x="99226" y="404509"/>
                  </a:lnTo>
                  <a:lnTo>
                    <a:pt x="24819" y="404509"/>
                  </a:lnTo>
                  <a:lnTo>
                    <a:pt x="24819" y="479097"/>
                  </a:lnTo>
                </a:path>
                <a:path w="570864" h="488950">
                  <a:moveTo>
                    <a:pt x="248041" y="479097"/>
                  </a:moveTo>
                  <a:lnTo>
                    <a:pt x="248041" y="305107"/>
                  </a:lnTo>
                  <a:lnTo>
                    <a:pt x="173683" y="305107"/>
                  </a:lnTo>
                  <a:lnTo>
                    <a:pt x="173683" y="479097"/>
                  </a:lnTo>
                </a:path>
                <a:path w="570864" h="488950">
                  <a:moveTo>
                    <a:pt x="396922" y="479098"/>
                  </a:moveTo>
                  <a:lnTo>
                    <a:pt x="396922" y="205755"/>
                  </a:lnTo>
                  <a:lnTo>
                    <a:pt x="322498" y="205755"/>
                  </a:lnTo>
                  <a:lnTo>
                    <a:pt x="322498" y="479097"/>
                  </a:lnTo>
                </a:path>
                <a:path w="570864" h="488950">
                  <a:moveTo>
                    <a:pt x="545787" y="479098"/>
                  </a:moveTo>
                  <a:lnTo>
                    <a:pt x="545787" y="106324"/>
                  </a:lnTo>
                  <a:lnTo>
                    <a:pt x="471355" y="106324"/>
                  </a:lnTo>
                  <a:lnTo>
                    <a:pt x="471355" y="479098"/>
                  </a:lnTo>
                </a:path>
                <a:path w="570864" h="488950">
                  <a:moveTo>
                    <a:pt x="17090" y="306099"/>
                  </a:moveTo>
                  <a:lnTo>
                    <a:pt x="65871" y="294136"/>
                  </a:lnTo>
                  <a:lnTo>
                    <a:pt x="113713" y="277409"/>
                  </a:lnTo>
                  <a:lnTo>
                    <a:pt x="160084" y="256479"/>
                  </a:lnTo>
                  <a:lnTo>
                    <a:pt x="204449" y="231910"/>
                  </a:lnTo>
                  <a:lnTo>
                    <a:pt x="246273" y="204266"/>
                  </a:lnTo>
                  <a:lnTo>
                    <a:pt x="285022" y="174108"/>
                  </a:lnTo>
                  <a:lnTo>
                    <a:pt x="320161" y="142001"/>
                  </a:lnTo>
                  <a:lnTo>
                    <a:pt x="351156" y="108507"/>
                  </a:lnTo>
                  <a:lnTo>
                    <a:pt x="377472" y="74189"/>
                  </a:lnTo>
                  <a:lnTo>
                    <a:pt x="398575" y="39611"/>
                  </a:lnTo>
                  <a:lnTo>
                    <a:pt x="413931" y="5334"/>
                  </a:lnTo>
                </a:path>
                <a:path w="570864" h="488950">
                  <a:moveTo>
                    <a:pt x="430857" y="76300"/>
                  </a:moveTo>
                  <a:lnTo>
                    <a:pt x="413889" y="0"/>
                  </a:lnTo>
                  <a:lnTo>
                    <a:pt x="345237" y="50743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21847" y="3300223"/>
              <a:ext cx="210062" cy="210402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3819825" y="3308000"/>
              <a:ext cx="569595" cy="300355"/>
            </a:xfrm>
            <a:custGeom>
              <a:avLst/>
              <a:gdLst/>
              <a:ahLst/>
              <a:cxnLst/>
              <a:rect l="l" t="t" r="r" b="b"/>
              <a:pathLst>
                <a:path w="569595" h="300354">
                  <a:moveTo>
                    <a:pt x="497918" y="299903"/>
                  </a:moveTo>
                  <a:lnTo>
                    <a:pt x="534329" y="263328"/>
                  </a:lnTo>
                  <a:lnTo>
                    <a:pt x="561358" y="223433"/>
                  </a:lnTo>
                  <a:lnTo>
                    <a:pt x="569428" y="180758"/>
                  </a:lnTo>
                  <a:lnTo>
                    <a:pt x="562109" y="137822"/>
                  </a:lnTo>
                  <a:lnTo>
                    <a:pt x="542971" y="97142"/>
                  </a:lnTo>
                  <a:lnTo>
                    <a:pt x="515587" y="61237"/>
                  </a:lnTo>
                  <a:lnTo>
                    <a:pt x="475251" y="26116"/>
                  </a:lnTo>
                  <a:lnTo>
                    <a:pt x="431892" y="5855"/>
                  </a:lnTo>
                  <a:lnTo>
                    <a:pt x="390823" y="0"/>
                  </a:lnTo>
                  <a:lnTo>
                    <a:pt x="344694" y="6442"/>
                  </a:lnTo>
                  <a:lnTo>
                    <a:pt x="301265" y="32619"/>
                  </a:lnTo>
                  <a:lnTo>
                    <a:pt x="191982" y="141797"/>
                  </a:lnTo>
                  <a:lnTo>
                    <a:pt x="187052" y="162669"/>
                  </a:lnTo>
                  <a:lnTo>
                    <a:pt x="208014" y="177108"/>
                  </a:lnTo>
                  <a:lnTo>
                    <a:pt x="241617" y="179050"/>
                  </a:lnTo>
                  <a:lnTo>
                    <a:pt x="274613" y="162433"/>
                  </a:lnTo>
                  <a:lnTo>
                    <a:pt x="302156" y="135304"/>
                  </a:lnTo>
                  <a:lnTo>
                    <a:pt x="334665" y="124710"/>
                  </a:lnTo>
                  <a:lnTo>
                    <a:pt x="371264" y="133672"/>
                  </a:lnTo>
                  <a:lnTo>
                    <a:pt x="412187" y="140121"/>
                  </a:lnTo>
                  <a:lnTo>
                    <a:pt x="457667" y="121988"/>
                  </a:lnTo>
                </a:path>
                <a:path w="569595" h="300354">
                  <a:moveTo>
                    <a:pt x="72494" y="282682"/>
                  </a:moveTo>
                  <a:lnTo>
                    <a:pt x="36132" y="246306"/>
                  </a:lnTo>
                  <a:lnTo>
                    <a:pt x="13856" y="216979"/>
                  </a:lnTo>
                  <a:lnTo>
                    <a:pt x="2192" y="185699"/>
                  </a:lnTo>
                  <a:lnTo>
                    <a:pt x="0" y="153599"/>
                  </a:lnTo>
                  <a:lnTo>
                    <a:pt x="6136" y="121814"/>
                  </a:lnTo>
                  <a:lnTo>
                    <a:pt x="38833" y="63718"/>
                  </a:lnTo>
                  <a:lnTo>
                    <a:pt x="91151" y="20479"/>
                  </a:lnTo>
                  <a:lnTo>
                    <a:pt x="153958" y="1163"/>
                  </a:lnTo>
                  <a:lnTo>
                    <a:pt x="186442" y="3309"/>
                  </a:lnTo>
                  <a:lnTo>
                    <a:pt x="218123" y="14837"/>
                  </a:lnTo>
                  <a:lnTo>
                    <a:pt x="247861" y="36878"/>
                  </a:lnTo>
                  <a:lnTo>
                    <a:pt x="272334" y="61319"/>
                  </a:lnTo>
                </a:path>
              </a:pathLst>
            </a:custGeom>
            <a:ln w="19833">
              <a:solidFill>
                <a:srgbClr val="0000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61200" y="3459486"/>
              <a:ext cx="478924" cy="375157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600540" y="3369038"/>
              <a:ext cx="574675" cy="357505"/>
            </a:xfrm>
            <a:custGeom>
              <a:avLst/>
              <a:gdLst/>
              <a:ahLst/>
              <a:cxnLst/>
              <a:rect l="l" t="t" r="r" b="b"/>
              <a:pathLst>
                <a:path w="574675" h="357504">
                  <a:moveTo>
                    <a:pt x="69503" y="0"/>
                  </a:moveTo>
                  <a:lnTo>
                    <a:pt x="574660" y="0"/>
                  </a:lnTo>
                  <a:lnTo>
                    <a:pt x="574660" y="282817"/>
                  </a:lnTo>
                  <a:lnTo>
                    <a:pt x="69503" y="282817"/>
                  </a:lnTo>
                  <a:lnTo>
                    <a:pt x="69503" y="0"/>
                  </a:lnTo>
                  <a:close/>
                </a:path>
                <a:path w="574675" h="357504">
                  <a:moveTo>
                    <a:pt x="505140" y="282767"/>
                  </a:moveTo>
                  <a:lnTo>
                    <a:pt x="505141" y="357207"/>
                  </a:lnTo>
                  <a:lnTo>
                    <a:pt x="0" y="357207"/>
                  </a:lnTo>
                  <a:lnTo>
                    <a:pt x="0" y="74439"/>
                  </a:lnTo>
                  <a:lnTo>
                    <a:pt x="64400" y="74439"/>
                  </a:lnTo>
                </a:path>
              </a:pathLst>
            </a:custGeom>
            <a:ln w="1983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20286" y="3408748"/>
              <a:ext cx="204613" cy="204935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5600540" y="3369038"/>
              <a:ext cx="574675" cy="357505"/>
            </a:xfrm>
            <a:custGeom>
              <a:avLst/>
              <a:gdLst/>
              <a:ahLst/>
              <a:cxnLst/>
              <a:rect l="l" t="t" r="r" b="b"/>
              <a:pathLst>
                <a:path w="574675" h="357504">
                  <a:moveTo>
                    <a:pt x="69503" y="0"/>
                  </a:moveTo>
                  <a:lnTo>
                    <a:pt x="574660" y="0"/>
                  </a:lnTo>
                  <a:lnTo>
                    <a:pt x="574660" y="282817"/>
                  </a:lnTo>
                  <a:lnTo>
                    <a:pt x="69503" y="282817"/>
                  </a:lnTo>
                  <a:lnTo>
                    <a:pt x="69503" y="0"/>
                  </a:lnTo>
                  <a:close/>
                </a:path>
                <a:path w="574675" h="357504">
                  <a:moveTo>
                    <a:pt x="505140" y="282767"/>
                  </a:moveTo>
                  <a:lnTo>
                    <a:pt x="505141" y="357207"/>
                  </a:lnTo>
                  <a:lnTo>
                    <a:pt x="0" y="357207"/>
                  </a:lnTo>
                  <a:lnTo>
                    <a:pt x="0" y="74439"/>
                  </a:lnTo>
                  <a:lnTo>
                    <a:pt x="64400" y="74439"/>
                  </a:lnTo>
                </a:path>
              </a:pathLst>
            </a:custGeom>
            <a:ln w="19833">
              <a:solidFill>
                <a:srgbClr val="0000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20286" y="3408748"/>
              <a:ext cx="204613" cy="204935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7529548" y="3278409"/>
              <a:ext cx="573405" cy="472440"/>
            </a:xfrm>
            <a:custGeom>
              <a:avLst/>
              <a:gdLst/>
              <a:ahLst/>
              <a:cxnLst/>
              <a:rect l="l" t="t" r="r" b="b"/>
              <a:pathLst>
                <a:path w="573404" h="472439">
                  <a:moveTo>
                    <a:pt x="143078" y="366498"/>
                  </a:moveTo>
                  <a:lnTo>
                    <a:pt x="126042" y="325372"/>
                  </a:lnTo>
                  <a:lnTo>
                    <a:pt x="120577" y="282682"/>
                  </a:lnTo>
                  <a:lnTo>
                    <a:pt x="126110" y="240592"/>
                  </a:lnTo>
                  <a:lnTo>
                    <a:pt x="142070" y="201264"/>
                  </a:lnTo>
                  <a:lnTo>
                    <a:pt x="167886" y="166863"/>
                  </a:lnTo>
                  <a:lnTo>
                    <a:pt x="202987" y="139552"/>
                  </a:lnTo>
                  <a:lnTo>
                    <a:pt x="244040" y="122483"/>
                  </a:lnTo>
                  <a:lnTo>
                    <a:pt x="286653" y="117007"/>
                  </a:lnTo>
                  <a:lnTo>
                    <a:pt x="328669" y="122549"/>
                  </a:lnTo>
                  <a:lnTo>
                    <a:pt x="367929" y="138537"/>
                  </a:lnTo>
                  <a:lnTo>
                    <a:pt x="402274" y="164396"/>
                  </a:lnTo>
                  <a:lnTo>
                    <a:pt x="429545" y="199554"/>
                  </a:lnTo>
                  <a:lnTo>
                    <a:pt x="445903" y="238319"/>
                  </a:lnTo>
                  <a:lnTo>
                    <a:pt x="451977" y="279314"/>
                  </a:lnTo>
                  <a:lnTo>
                    <a:pt x="447734" y="320539"/>
                  </a:lnTo>
                  <a:lnTo>
                    <a:pt x="433137" y="359997"/>
                  </a:lnTo>
                </a:path>
                <a:path w="573404" h="472439">
                  <a:moveTo>
                    <a:pt x="66639" y="472004"/>
                  </a:moveTo>
                  <a:lnTo>
                    <a:pt x="39575" y="433907"/>
                  </a:lnTo>
                  <a:lnTo>
                    <a:pt x="19496" y="393058"/>
                  </a:lnTo>
                  <a:lnTo>
                    <a:pt x="6328" y="350290"/>
                  </a:lnTo>
                  <a:lnTo>
                    <a:pt x="0" y="306436"/>
                  </a:lnTo>
                  <a:lnTo>
                    <a:pt x="439" y="262329"/>
                  </a:lnTo>
                  <a:lnTo>
                    <a:pt x="7575" y="218803"/>
                  </a:lnTo>
                  <a:lnTo>
                    <a:pt x="21334" y="176692"/>
                  </a:lnTo>
                  <a:lnTo>
                    <a:pt x="41645" y="136829"/>
                  </a:lnTo>
                  <a:lnTo>
                    <a:pt x="68436" y="100047"/>
                  </a:lnTo>
                  <a:lnTo>
                    <a:pt x="101634" y="67180"/>
                  </a:lnTo>
                  <a:lnTo>
                    <a:pt x="141339" y="39087"/>
                  </a:lnTo>
                  <a:lnTo>
                    <a:pt x="184093" y="18552"/>
                  </a:lnTo>
                  <a:lnTo>
                    <a:pt x="228936" y="5536"/>
                  </a:lnTo>
                  <a:lnTo>
                    <a:pt x="274911" y="0"/>
                  </a:lnTo>
                  <a:lnTo>
                    <a:pt x="321059" y="1904"/>
                  </a:lnTo>
                  <a:lnTo>
                    <a:pt x="366421" y="11209"/>
                  </a:lnTo>
                  <a:lnTo>
                    <a:pt x="410038" y="27877"/>
                  </a:lnTo>
                  <a:lnTo>
                    <a:pt x="450954" y="51868"/>
                  </a:lnTo>
                  <a:lnTo>
                    <a:pt x="488208" y="83143"/>
                  </a:lnTo>
                  <a:lnTo>
                    <a:pt x="518926" y="119535"/>
                  </a:lnTo>
                  <a:lnTo>
                    <a:pt x="542825" y="159502"/>
                  </a:lnTo>
                  <a:lnTo>
                    <a:pt x="559865" y="202093"/>
                  </a:lnTo>
                  <a:lnTo>
                    <a:pt x="570003" y="246355"/>
                  </a:lnTo>
                  <a:lnTo>
                    <a:pt x="573197" y="291338"/>
                  </a:lnTo>
                  <a:lnTo>
                    <a:pt x="569406" y="336090"/>
                  </a:lnTo>
                  <a:lnTo>
                    <a:pt x="558588" y="379660"/>
                  </a:lnTo>
                  <a:lnTo>
                    <a:pt x="540700" y="421097"/>
                  </a:lnTo>
                  <a:lnTo>
                    <a:pt x="515702" y="459448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42517" y="3494350"/>
              <a:ext cx="146652" cy="14687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7679265" y="3686247"/>
              <a:ext cx="273685" cy="137160"/>
            </a:xfrm>
            <a:custGeom>
              <a:avLst/>
              <a:gdLst/>
              <a:ahLst/>
              <a:cxnLst/>
              <a:rect l="l" t="t" r="r" b="b"/>
              <a:pathLst>
                <a:path w="273684" h="137160">
                  <a:moveTo>
                    <a:pt x="273141" y="136820"/>
                  </a:moveTo>
                  <a:lnTo>
                    <a:pt x="0" y="136820"/>
                  </a:lnTo>
                  <a:lnTo>
                    <a:pt x="6962" y="93575"/>
                  </a:lnTo>
                  <a:lnTo>
                    <a:pt x="26351" y="56017"/>
                  </a:lnTo>
                  <a:lnTo>
                    <a:pt x="55916" y="26399"/>
                  </a:lnTo>
                  <a:lnTo>
                    <a:pt x="93408" y="6975"/>
                  </a:lnTo>
                  <a:lnTo>
                    <a:pt x="136578" y="0"/>
                  </a:lnTo>
                  <a:lnTo>
                    <a:pt x="179747" y="6975"/>
                  </a:lnTo>
                  <a:lnTo>
                    <a:pt x="217235" y="26399"/>
                  </a:lnTo>
                  <a:lnTo>
                    <a:pt x="246795" y="56017"/>
                  </a:lnTo>
                  <a:lnTo>
                    <a:pt x="266180" y="93575"/>
                  </a:lnTo>
                  <a:lnTo>
                    <a:pt x="273141" y="136820"/>
                  </a:lnTo>
                </a:path>
              </a:pathLst>
            </a:custGeom>
            <a:ln w="1984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803721" y="5006197"/>
              <a:ext cx="570230" cy="570865"/>
            </a:xfrm>
            <a:custGeom>
              <a:avLst/>
              <a:gdLst/>
              <a:ahLst/>
              <a:cxnLst/>
              <a:rect l="l" t="t" r="r" b="b"/>
              <a:pathLst>
                <a:path w="570229" h="570864">
                  <a:moveTo>
                    <a:pt x="64004" y="285298"/>
                  </a:moveTo>
                  <a:lnTo>
                    <a:pt x="97245" y="285298"/>
                  </a:lnTo>
                </a:path>
                <a:path w="570229" h="570864">
                  <a:moveTo>
                    <a:pt x="505578" y="285298"/>
                  </a:moveTo>
                  <a:lnTo>
                    <a:pt x="472346" y="285298"/>
                  </a:lnTo>
                </a:path>
                <a:path w="570229" h="570864">
                  <a:moveTo>
                    <a:pt x="284799" y="509510"/>
                  </a:moveTo>
                  <a:lnTo>
                    <a:pt x="284799" y="476211"/>
                  </a:lnTo>
                </a:path>
                <a:path w="570229" h="570864">
                  <a:moveTo>
                    <a:pt x="284799" y="61081"/>
                  </a:moveTo>
                  <a:lnTo>
                    <a:pt x="284799" y="94372"/>
                  </a:lnTo>
                </a:path>
                <a:path w="570229" h="570864">
                  <a:moveTo>
                    <a:pt x="284799" y="51032"/>
                  </a:moveTo>
                  <a:lnTo>
                    <a:pt x="331908" y="55789"/>
                  </a:lnTo>
                  <a:lnTo>
                    <a:pt x="375788" y="69433"/>
                  </a:lnTo>
                  <a:lnTo>
                    <a:pt x="415499" y="91023"/>
                  </a:lnTo>
                  <a:lnTo>
                    <a:pt x="450099" y="119616"/>
                  </a:lnTo>
                  <a:lnTo>
                    <a:pt x="478649" y="154272"/>
                  </a:lnTo>
                  <a:lnTo>
                    <a:pt x="500207" y="194049"/>
                  </a:lnTo>
                  <a:lnTo>
                    <a:pt x="513831" y="238005"/>
                  </a:lnTo>
                  <a:lnTo>
                    <a:pt x="518582" y="285199"/>
                  </a:lnTo>
                  <a:lnTo>
                    <a:pt x="513864" y="332489"/>
                  </a:lnTo>
                  <a:lnTo>
                    <a:pt x="500274" y="376448"/>
                  </a:lnTo>
                  <a:lnTo>
                    <a:pt x="478750" y="416233"/>
                  </a:lnTo>
                  <a:lnTo>
                    <a:pt x="450233" y="450903"/>
                  </a:lnTo>
                  <a:lnTo>
                    <a:pt x="415660" y="479515"/>
                  </a:lnTo>
                  <a:lnTo>
                    <a:pt x="375970" y="501127"/>
                  </a:lnTo>
                  <a:lnTo>
                    <a:pt x="332103" y="514798"/>
                  </a:lnTo>
                  <a:lnTo>
                    <a:pt x="284997" y="519584"/>
                  </a:lnTo>
                  <a:lnTo>
                    <a:pt x="284865" y="519584"/>
                  </a:lnTo>
                  <a:lnTo>
                    <a:pt x="237685" y="514827"/>
                  </a:lnTo>
                  <a:lnTo>
                    <a:pt x="193803" y="501181"/>
                  </a:lnTo>
                  <a:lnTo>
                    <a:pt x="154093" y="479589"/>
                  </a:lnTo>
                  <a:lnTo>
                    <a:pt x="119495" y="450993"/>
                  </a:lnTo>
                  <a:lnTo>
                    <a:pt x="90949" y="416334"/>
                  </a:lnTo>
                  <a:lnTo>
                    <a:pt x="69396" y="376554"/>
                  </a:lnTo>
                  <a:lnTo>
                    <a:pt x="55774" y="332594"/>
                  </a:lnTo>
                  <a:lnTo>
                    <a:pt x="51025" y="285397"/>
                  </a:lnTo>
                  <a:lnTo>
                    <a:pt x="55754" y="238097"/>
                  </a:lnTo>
                  <a:lnTo>
                    <a:pt x="69358" y="194131"/>
                  </a:lnTo>
                  <a:lnTo>
                    <a:pt x="90895" y="154344"/>
                  </a:lnTo>
                  <a:lnTo>
                    <a:pt x="119426" y="119675"/>
                  </a:lnTo>
                  <a:lnTo>
                    <a:pt x="154011" y="91068"/>
                  </a:lnTo>
                  <a:lnTo>
                    <a:pt x="193712" y="69464"/>
                  </a:lnTo>
                  <a:lnTo>
                    <a:pt x="237588" y="55805"/>
                  </a:lnTo>
                  <a:lnTo>
                    <a:pt x="284700" y="51032"/>
                  </a:lnTo>
                  <a:close/>
                </a:path>
                <a:path w="570229" h="570864">
                  <a:moveTo>
                    <a:pt x="569607" y="285298"/>
                  </a:moveTo>
                  <a:lnTo>
                    <a:pt x="565879" y="331576"/>
                  </a:lnTo>
                  <a:lnTo>
                    <a:pt x="555087" y="375476"/>
                  </a:lnTo>
                  <a:lnTo>
                    <a:pt x="537816" y="416411"/>
                  </a:lnTo>
                  <a:lnTo>
                    <a:pt x="514653" y="453795"/>
                  </a:lnTo>
                  <a:lnTo>
                    <a:pt x="486185" y="487038"/>
                  </a:lnTo>
                  <a:lnTo>
                    <a:pt x="452999" y="515555"/>
                  </a:lnTo>
                  <a:lnTo>
                    <a:pt x="415681" y="538757"/>
                  </a:lnTo>
                  <a:lnTo>
                    <a:pt x="374817" y="556057"/>
                  </a:lnTo>
                  <a:lnTo>
                    <a:pt x="330994" y="566868"/>
                  </a:lnTo>
                  <a:lnTo>
                    <a:pt x="284799" y="570603"/>
                  </a:lnTo>
                  <a:lnTo>
                    <a:pt x="238603" y="566868"/>
                  </a:lnTo>
                  <a:lnTo>
                    <a:pt x="194780" y="556057"/>
                  </a:lnTo>
                  <a:lnTo>
                    <a:pt x="153917" y="538757"/>
                  </a:lnTo>
                  <a:lnTo>
                    <a:pt x="116600" y="515555"/>
                  </a:lnTo>
                  <a:lnTo>
                    <a:pt x="83415" y="487038"/>
                  </a:lnTo>
                  <a:lnTo>
                    <a:pt x="54949" y="453795"/>
                  </a:lnTo>
                  <a:lnTo>
                    <a:pt x="31788" y="416411"/>
                  </a:lnTo>
                  <a:lnTo>
                    <a:pt x="14519" y="375476"/>
                  </a:lnTo>
                  <a:lnTo>
                    <a:pt x="3727" y="331575"/>
                  </a:lnTo>
                  <a:lnTo>
                    <a:pt x="0" y="285298"/>
                  </a:lnTo>
                  <a:lnTo>
                    <a:pt x="3727" y="239024"/>
                  </a:lnTo>
                  <a:lnTo>
                    <a:pt x="14519" y="195127"/>
                  </a:lnTo>
                  <a:lnTo>
                    <a:pt x="31788" y="154193"/>
                  </a:lnTo>
                  <a:lnTo>
                    <a:pt x="54949" y="116811"/>
                  </a:lnTo>
                  <a:lnTo>
                    <a:pt x="83415" y="83567"/>
                  </a:lnTo>
                  <a:lnTo>
                    <a:pt x="116600" y="55050"/>
                  </a:lnTo>
                  <a:lnTo>
                    <a:pt x="153917" y="31847"/>
                  </a:lnTo>
                  <a:lnTo>
                    <a:pt x="194780" y="14546"/>
                  </a:lnTo>
                  <a:lnTo>
                    <a:pt x="238603" y="3734"/>
                  </a:lnTo>
                  <a:lnTo>
                    <a:pt x="284799" y="0"/>
                  </a:lnTo>
                  <a:lnTo>
                    <a:pt x="330994" y="3734"/>
                  </a:lnTo>
                  <a:lnTo>
                    <a:pt x="374817" y="14546"/>
                  </a:lnTo>
                  <a:lnTo>
                    <a:pt x="415681" y="31847"/>
                  </a:lnTo>
                  <a:lnTo>
                    <a:pt x="452999" y="55050"/>
                  </a:lnTo>
                  <a:lnTo>
                    <a:pt x="486185" y="83567"/>
                  </a:lnTo>
                  <a:lnTo>
                    <a:pt x="514653" y="116811"/>
                  </a:lnTo>
                  <a:lnTo>
                    <a:pt x="537816" y="154193"/>
                  </a:lnTo>
                  <a:lnTo>
                    <a:pt x="555087" y="195127"/>
                  </a:lnTo>
                  <a:lnTo>
                    <a:pt x="565879" y="239025"/>
                  </a:lnTo>
                  <a:lnTo>
                    <a:pt x="569607" y="285298"/>
                  </a:lnTo>
                  <a:close/>
                </a:path>
                <a:path w="570229" h="570864">
                  <a:moveTo>
                    <a:pt x="282322" y="179151"/>
                  </a:moveTo>
                  <a:lnTo>
                    <a:pt x="282322" y="285298"/>
                  </a:lnTo>
                  <a:lnTo>
                    <a:pt x="371740" y="371797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681340" y="5041826"/>
              <a:ext cx="574040" cy="472440"/>
            </a:xfrm>
            <a:custGeom>
              <a:avLst/>
              <a:gdLst/>
              <a:ahLst/>
              <a:cxnLst/>
              <a:rect l="l" t="t" r="r" b="b"/>
              <a:pathLst>
                <a:path w="574039" h="472439">
                  <a:moveTo>
                    <a:pt x="34677" y="41"/>
                  </a:moveTo>
                  <a:lnTo>
                    <a:pt x="538893" y="41"/>
                  </a:lnTo>
                  <a:lnTo>
                    <a:pt x="570846" y="21256"/>
                  </a:lnTo>
                  <a:lnTo>
                    <a:pt x="573570" y="437453"/>
                  </a:lnTo>
                  <a:lnTo>
                    <a:pt x="570846" y="450976"/>
                  </a:lnTo>
                  <a:lnTo>
                    <a:pt x="563415" y="462018"/>
                  </a:lnTo>
                  <a:lnTo>
                    <a:pt x="552393" y="469462"/>
                  </a:lnTo>
                  <a:lnTo>
                    <a:pt x="538893" y="472191"/>
                  </a:lnTo>
                  <a:lnTo>
                    <a:pt x="34677" y="472191"/>
                  </a:lnTo>
                  <a:lnTo>
                    <a:pt x="2725" y="450976"/>
                  </a:lnTo>
                  <a:lnTo>
                    <a:pt x="0" y="34738"/>
                  </a:lnTo>
                  <a:lnTo>
                    <a:pt x="2725" y="21215"/>
                  </a:lnTo>
                  <a:lnTo>
                    <a:pt x="10157" y="10173"/>
                  </a:lnTo>
                  <a:lnTo>
                    <a:pt x="21179" y="2729"/>
                  </a:lnTo>
                  <a:lnTo>
                    <a:pt x="34677" y="0"/>
                  </a:lnTo>
                  <a:close/>
                </a:path>
                <a:path w="574039" h="472439">
                  <a:moveTo>
                    <a:pt x="284205" y="202422"/>
                  </a:moveTo>
                  <a:lnTo>
                    <a:pt x="284205" y="222669"/>
                  </a:lnTo>
                </a:path>
                <a:path w="574039" h="472439">
                  <a:moveTo>
                    <a:pt x="284205" y="330706"/>
                  </a:moveTo>
                  <a:lnTo>
                    <a:pt x="284205" y="350904"/>
                  </a:lnTo>
                </a:path>
                <a:path w="574039" h="472439">
                  <a:moveTo>
                    <a:pt x="110818" y="202422"/>
                  </a:moveTo>
                  <a:lnTo>
                    <a:pt x="110818" y="222669"/>
                  </a:lnTo>
                </a:path>
                <a:path w="574039" h="472439">
                  <a:moveTo>
                    <a:pt x="110818" y="330706"/>
                  </a:moveTo>
                  <a:lnTo>
                    <a:pt x="110818" y="350904"/>
                  </a:lnTo>
                </a:path>
                <a:path w="574039" h="472439">
                  <a:moveTo>
                    <a:pt x="457525" y="202422"/>
                  </a:moveTo>
                  <a:lnTo>
                    <a:pt x="457525" y="222669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92455" y="5336711"/>
              <a:ext cx="93357" cy="93280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5683767" y="5132808"/>
              <a:ext cx="568960" cy="0"/>
            </a:xfrm>
            <a:custGeom>
              <a:avLst/>
              <a:gdLst/>
              <a:ahLst/>
              <a:cxnLst/>
              <a:rect l="l" t="t" r="r" b="b"/>
              <a:pathLst>
                <a:path w="568960" h="0">
                  <a:moveTo>
                    <a:pt x="0" y="0"/>
                  </a:moveTo>
                  <a:lnTo>
                    <a:pt x="568501" y="0"/>
                  </a:lnTo>
                </a:path>
              </a:pathLst>
            </a:custGeom>
            <a:ln w="19850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755142" y="1386575"/>
              <a:ext cx="574675" cy="575310"/>
            </a:xfrm>
            <a:custGeom>
              <a:avLst/>
              <a:gdLst/>
              <a:ahLst/>
              <a:cxnLst/>
              <a:rect l="l" t="t" r="r" b="b"/>
              <a:pathLst>
                <a:path w="574675" h="575310">
                  <a:moveTo>
                    <a:pt x="301745" y="248604"/>
                  </a:moveTo>
                  <a:lnTo>
                    <a:pt x="192759" y="139447"/>
                  </a:lnTo>
                  <a:lnTo>
                    <a:pt x="200223" y="110287"/>
                  </a:lnTo>
                  <a:lnTo>
                    <a:pt x="198877" y="80851"/>
                  </a:lnTo>
                  <a:lnTo>
                    <a:pt x="171259" y="28862"/>
                  </a:lnTo>
                  <a:lnTo>
                    <a:pt x="120296" y="1304"/>
                  </a:lnTo>
                  <a:lnTo>
                    <a:pt x="91353" y="0"/>
                  </a:lnTo>
                  <a:lnTo>
                    <a:pt x="62719" y="7523"/>
                  </a:lnTo>
                  <a:lnTo>
                    <a:pt x="113497" y="60665"/>
                  </a:lnTo>
                  <a:lnTo>
                    <a:pt x="107205" y="106280"/>
                  </a:lnTo>
                  <a:lnTo>
                    <a:pt x="59400" y="112690"/>
                  </a:lnTo>
                  <a:lnTo>
                    <a:pt x="7483" y="63063"/>
                  </a:lnTo>
                  <a:lnTo>
                    <a:pt x="0" y="91994"/>
                  </a:lnTo>
                  <a:lnTo>
                    <a:pt x="11107" y="148785"/>
                  </a:lnTo>
                  <a:lnTo>
                    <a:pt x="53158" y="190470"/>
                  </a:lnTo>
                  <a:lnTo>
                    <a:pt x="110278" y="201329"/>
                  </a:lnTo>
                  <a:lnTo>
                    <a:pt x="139307" y="193717"/>
                  </a:lnTo>
                  <a:lnTo>
                    <a:pt x="248292" y="302250"/>
                  </a:lnTo>
                </a:path>
                <a:path w="574675" h="575310">
                  <a:moveTo>
                    <a:pt x="277520" y="331480"/>
                  </a:moveTo>
                  <a:lnTo>
                    <a:pt x="381007" y="435249"/>
                  </a:lnTo>
                  <a:lnTo>
                    <a:pt x="373000" y="474423"/>
                  </a:lnTo>
                  <a:lnTo>
                    <a:pt x="380354" y="512315"/>
                  </a:lnTo>
                  <a:lnTo>
                    <a:pt x="401348" y="544681"/>
                  </a:lnTo>
                  <a:lnTo>
                    <a:pt x="434262" y="567273"/>
                  </a:lnTo>
                  <a:lnTo>
                    <a:pt x="453614" y="573274"/>
                  </a:lnTo>
                  <a:lnTo>
                    <a:pt x="473557" y="575271"/>
                  </a:lnTo>
                  <a:lnTo>
                    <a:pt x="493494" y="573266"/>
                  </a:lnTo>
                  <a:lnTo>
                    <a:pt x="512822" y="567258"/>
                  </a:lnTo>
                  <a:lnTo>
                    <a:pt x="461715" y="514106"/>
                  </a:lnTo>
                  <a:lnTo>
                    <a:pt x="470962" y="472966"/>
                  </a:lnTo>
                  <a:lnTo>
                    <a:pt x="512038" y="463735"/>
                  </a:lnTo>
                  <a:lnTo>
                    <a:pt x="566201" y="513808"/>
                  </a:lnTo>
                  <a:lnTo>
                    <a:pt x="574271" y="474654"/>
                  </a:lnTo>
                  <a:lnTo>
                    <a:pt x="566985" y="436749"/>
                  </a:lnTo>
                  <a:lnTo>
                    <a:pt x="546044" y="404342"/>
                  </a:lnTo>
                  <a:lnTo>
                    <a:pt x="513153" y="381686"/>
                  </a:lnTo>
                  <a:lnTo>
                    <a:pt x="473764" y="373610"/>
                  </a:lnTo>
                  <a:lnTo>
                    <a:pt x="453746" y="375616"/>
                  </a:lnTo>
                  <a:lnTo>
                    <a:pt x="434344" y="381653"/>
                  </a:lnTo>
                  <a:lnTo>
                    <a:pt x="330874" y="278033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768201" y="1723118"/>
              <a:ext cx="234315" cy="230504"/>
            </a:xfrm>
            <a:custGeom>
              <a:avLst/>
              <a:gdLst/>
              <a:ahLst/>
              <a:cxnLst/>
              <a:rect l="l" t="t" r="r" b="b"/>
              <a:pathLst>
                <a:path w="234315" h="230505">
                  <a:moveTo>
                    <a:pt x="65759" y="218803"/>
                  </a:moveTo>
                  <a:lnTo>
                    <a:pt x="52981" y="227131"/>
                  </a:lnTo>
                  <a:lnTo>
                    <a:pt x="38513" y="229907"/>
                  </a:lnTo>
                  <a:lnTo>
                    <a:pt x="24044" y="227131"/>
                  </a:lnTo>
                  <a:lnTo>
                    <a:pt x="11267" y="218802"/>
                  </a:lnTo>
                  <a:lnTo>
                    <a:pt x="2928" y="206609"/>
                  </a:lnTo>
                  <a:lnTo>
                    <a:pt x="0" y="192643"/>
                  </a:lnTo>
                  <a:lnTo>
                    <a:pt x="2506" y="178593"/>
                  </a:lnTo>
                  <a:lnTo>
                    <a:pt x="10474" y="166149"/>
                  </a:lnTo>
                  <a:lnTo>
                    <a:pt x="11267" y="165355"/>
                  </a:lnTo>
                  <a:lnTo>
                    <a:pt x="179699" y="0"/>
                  </a:lnTo>
                  <a:lnTo>
                    <a:pt x="234192" y="53447"/>
                  </a:lnTo>
                  <a:lnTo>
                    <a:pt x="65759" y="218803"/>
                  </a:lnTo>
                  <a:close/>
                </a:path>
              </a:pathLst>
            </a:custGeom>
            <a:ln w="20031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962416" y="1408325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6255" y="352260"/>
                  </a:moveTo>
                  <a:lnTo>
                    <a:pt x="275123" y="102974"/>
                  </a:lnTo>
                  <a:lnTo>
                    <a:pt x="330565" y="80229"/>
                  </a:lnTo>
                  <a:lnTo>
                    <a:pt x="352032" y="26384"/>
                  </a:lnTo>
                  <a:lnTo>
                    <a:pt x="327262" y="0"/>
                  </a:lnTo>
                  <a:lnTo>
                    <a:pt x="273760" y="20553"/>
                  </a:lnTo>
                  <a:lnTo>
                    <a:pt x="248867" y="75887"/>
                  </a:lnTo>
                  <a:lnTo>
                    <a:pt x="0" y="325214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3952747" y="2145919"/>
            <a:ext cx="5289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Cloud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5189346" y="2145919"/>
            <a:ext cx="1475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000047"/>
                </a:solidFill>
                <a:latin typeface="Arial"/>
                <a:cs typeface="Arial"/>
              </a:rPr>
              <a:t>Process</a:t>
            </a:r>
            <a:r>
              <a:rPr dirty="0" sz="1400" spc="-65" b="1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Re-</a:t>
            </a:r>
            <a:r>
              <a:rPr dirty="0" sz="1400" spc="-20" b="1" i="1">
                <a:solidFill>
                  <a:srgbClr val="000047"/>
                </a:solidFill>
                <a:latin typeface="Arial"/>
                <a:cs typeface="Arial"/>
              </a:rPr>
              <a:t>engg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231760" y="2145919"/>
            <a:ext cx="12312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Modernization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9394697" y="2145919"/>
            <a:ext cx="2025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 i="1">
                <a:solidFill>
                  <a:srgbClr val="000047"/>
                </a:solidFill>
                <a:latin typeface="Arial"/>
                <a:cs typeface="Arial"/>
              </a:rPr>
              <a:t>AI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85519" y="3918584"/>
            <a:ext cx="3422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 i="1">
                <a:solidFill>
                  <a:srgbClr val="000047"/>
                </a:solidFill>
                <a:latin typeface="Arial"/>
                <a:cs typeface="Arial"/>
              </a:rPr>
              <a:t>ROI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134616" y="3918584"/>
            <a:ext cx="7670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0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Revenue Growth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3676015" y="3918584"/>
            <a:ext cx="8559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4780">
              <a:lnSpc>
                <a:spcPct val="100000"/>
              </a:lnSpc>
              <a:spcBef>
                <a:spcPts val="100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Happy Customer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393182" y="3918584"/>
            <a:ext cx="114427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Margin improvement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7420736" y="3918584"/>
            <a:ext cx="97663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Employee Experience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3761359" y="5644083"/>
            <a:ext cx="65405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solidFill>
                  <a:srgbClr val="000047"/>
                </a:solidFill>
                <a:latin typeface="Arial"/>
                <a:cs typeface="Arial"/>
              </a:rPr>
              <a:t>Time</a:t>
            </a:r>
            <a:r>
              <a:rPr dirty="0" sz="1400" spc="-65" b="1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25" b="1" i="1">
                <a:solidFill>
                  <a:srgbClr val="000047"/>
                </a:solidFill>
                <a:latin typeface="Arial"/>
                <a:cs typeface="Arial"/>
              </a:rPr>
              <a:t>to</a:t>
            </a:r>
            <a:endParaRPr sz="1400">
              <a:latin typeface="Arial"/>
              <a:cs typeface="Arial"/>
            </a:endParaRPr>
          </a:p>
          <a:p>
            <a:pPr marL="99060">
              <a:lnSpc>
                <a:spcPct val="100000"/>
              </a:lnSpc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solve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5421884" y="5644388"/>
            <a:ext cx="944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Milestones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0744961" y="2145919"/>
            <a:ext cx="4933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 i="1">
                <a:solidFill>
                  <a:srgbClr val="000047"/>
                </a:solidFill>
                <a:latin typeface="Arial"/>
                <a:cs typeface="Arial"/>
              </a:rPr>
              <a:t>Tools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00201" y="300570"/>
            <a:ext cx="417576" cy="501053"/>
          </a:xfrm>
          <a:prstGeom prst="rect">
            <a:avLst/>
          </a:prstGeom>
        </p:spPr>
      </p:pic>
      <p:sp>
        <p:nvSpPr>
          <p:cNvPr id="78" name="object 7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dirty="0" spc="-35"/>
              <a:t> </a:t>
            </a:r>
            <a:r>
              <a:rPr dirty="0"/>
              <a:t>2026–2027 Cognizant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30"/>
              <a:t> </a:t>
            </a:r>
            <a:r>
              <a:rPr dirty="0" spc="-10"/>
              <a:t>Private</a:t>
            </a:r>
          </a:p>
        </p:txBody>
      </p:sp>
      <p:sp>
        <p:nvSpPr>
          <p:cNvPr id="79" name="object 7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9716" y="2264790"/>
            <a:ext cx="5614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Idea</a:t>
            </a:r>
            <a:r>
              <a:rPr dirty="0" sz="3600" spc="-2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submission</a:t>
            </a:r>
            <a:r>
              <a:rPr dirty="0" sz="3600" spc="-15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template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6457128"/>
            <a:ext cx="74930" cy="12446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spc="-5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©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2026-</a:t>
            </a:r>
            <a:r>
              <a:rPr dirty="0">
                <a:solidFill>
                  <a:srgbClr val="FFFFFF"/>
                </a:solidFill>
              </a:rPr>
              <a:t>2027</a:t>
            </a:r>
            <a:r>
              <a:rPr dirty="0" spc="1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Cognizant |</a:t>
            </a:r>
            <a:r>
              <a:rPr dirty="0" spc="-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Private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1629" y="946442"/>
            <a:ext cx="11453495" cy="5814695"/>
            <a:chOff x="391629" y="946442"/>
            <a:chExt cx="11453495" cy="58146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2452" y="6352477"/>
              <a:ext cx="1362075" cy="40843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91629" y="946442"/>
              <a:ext cx="11409045" cy="5417820"/>
            </a:xfrm>
            <a:custGeom>
              <a:avLst/>
              <a:gdLst/>
              <a:ahLst/>
              <a:cxnLst/>
              <a:rect l="l" t="t" r="r" b="b"/>
              <a:pathLst>
                <a:path w="11409045" h="5417820">
                  <a:moveTo>
                    <a:pt x="11408791" y="0"/>
                  </a:moveTo>
                  <a:lnTo>
                    <a:pt x="0" y="0"/>
                  </a:lnTo>
                  <a:lnTo>
                    <a:pt x="0" y="5417566"/>
                  </a:lnTo>
                  <a:lnTo>
                    <a:pt x="11408791" y="5417566"/>
                  </a:lnTo>
                  <a:lnTo>
                    <a:pt x="11408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18412" y="343915"/>
            <a:ext cx="4919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&lt;idea</a:t>
            </a:r>
            <a:r>
              <a:rPr dirty="0" sz="1800" spc="-4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47"/>
                </a:solidFill>
                <a:latin typeface="Arial"/>
                <a:cs typeface="Arial"/>
              </a:rPr>
              <a:t>description&gt;</a:t>
            </a:r>
            <a:r>
              <a:rPr dirty="0" sz="18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|</a:t>
            </a:r>
            <a:r>
              <a:rPr dirty="0" sz="2400" spc="-5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Business</a:t>
            </a:r>
            <a:r>
              <a:rPr dirty="0" sz="2400" spc="-5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Plan</a:t>
            </a:r>
            <a:r>
              <a:rPr dirty="0" sz="2400" spc="-6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47"/>
                </a:solidFill>
                <a:latin typeface="Arial"/>
                <a:cs typeface="Arial"/>
              </a:rPr>
              <a:t>(1/2)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47314" y="1114653"/>
            <a:ext cx="8265159" cy="1197610"/>
          </a:xfrm>
          <a:prstGeom prst="rect">
            <a:avLst/>
          </a:prstGeom>
          <a:solidFill>
            <a:srgbClr val="F1F1F1"/>
          </a:solidFill>
          <a:ln w="25400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Problem</a:t>
            </a:r>
            <a:r>
              <a:rPr dirty="0" sz="1200" spc="-4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Description</a:t>
            </a:r>
            <a:r>
              <a:rPr dirty="0" sz="1200" spc="-4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r>
              <a:rPr dirty="0" sz="12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Business</a:t>
            </a:r>
            <a:r>
              <a:rPr dirty="0" sz="1200" spc="-5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Scenario</a:t>
            </a:r>
            <a:r>
              <a:rPr dirty="0" sz="1200" spc="-4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Problem</a:t>
            </a:r>
            <a:r>
              <a:rPr dirty="0" sz="1200" spc="-6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Scope</a:t>
            </a:r>
            <a:r>
              <a:rPr dirty="0" sz="1200" spc="-1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Target</a:t>
            </a:r>
            <a:r>
              <a:rPr dirty="0" sz="1200" spc="-6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Users/Stakeholders: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4278" y="1302448"/>
            <a:ext cx="2014220" cy="584835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4290" rIns="0" bIns="0" rtlCol="0" vert="horz">
            <a:spAutoFit/>
          </a:bodyPr>
          <a:lstStyle/>
          <a:p>
            <a:pPr marL="532130">
              <a:lnSpc>
                <a:spcPct val="100000"/>
              </a:lnSpc>
              <a:spcBef>
                <a:spcPts val="270"/>
              </a:spcBef>
            </a:pPr>
            <a:r>
              <a:rPr dirty="0" sz="3200" spc="-25" b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859" y="1987423"/>
            <a:ext cx="16160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Explain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400" spc="-4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4278" y="2710942"/>
            <a:ext cx="8699500" cy="2168525"/>
          </a:xfrm>
          <a:prstGeom prst="rect">
            <a:avLst/>
          </a:prstGeom>
          <a:solidFill>
            <a:srgbClr val="F1F1F1"/>
          </a:solidFill>
          <a:ln w="25400">
            <a:solidFill>
              <a:srgbClr val="D9D9D9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1440" marR="7224395">
              <a:lnSpc>
                <a:spcPct val="100000"/>
              </a:lnSpc>
              <a:spcBef>
                <a:spcPts val="325"/>
              </a:spcBef>
            </a:pP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Solution</a:t>
            </a:r>
            <a:r>
              <a:rPr dirty="0" sz="1200" spc="-2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Overview</a:t>
            </a:r>
            <a:r>
              <a:rPr dirty="0" sz="1200" spc="-10">
                <a:solidFill>
                  <a:srgbClr val="000047"/>
                </a:solidFill>
                <a:latin typeface="Arial MT"/>
                <a:cs typeface="Arial MT"/>
              </a:rPr>
              <a:t>: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Technical</a:t>
            </a:r>
            <a:r>
              <a:rPr dirty="0" sz="1200" spc="-6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Details</a:t>
            </a:r>
            <a:r>
              <a:rPr dirty="0" sz="1200" spc="-10">
                <a:solidFill>
                  <a:srgbClr val="000047"/>
                </a:solidFill>
                <a:latin typeface="Arial MT"/>
                <a:cs typeface="Arial MT"/>
              </a:rPr>
              <a:t>: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Innovation</a:t>
            </a:r>
            <a:r>
              <a:rPr dirty="0" sz="1200" spc="-10">
                <a:solidFill>
                  <a:srgbClr val="000047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Market</a:t>
            </a:r>
            <a:r>
              <a:rPr dirty="0" sz="1200" spc="-5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Potential: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398634" y="3329622"/>
            <a:ext cx="2014220" cy="584835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4290" rIns="0" bIns="0" rtlCol="0" vert="horz">
            <a:spAutoFit/>
          </a:bodyPr>
          <a:lstStyle/>
          <a:p>
            <a:pPr marL="577215">
              <a:lnSpc>
                <a:spcPct val="100000"/>
              </a:lnSpc>
              <a:spcBef>
                <a:spcPts val="270"/>
              </a:spcBef>
            </a:pPr>
            <a:r>
              <a:rPr dirty="0" sz="3200" spc="-25" b="1">
                <a:solidFill>
                  <a:srgbClr val="FFFFFF"/>
                </a:solidFill>
                <a:latin typeface="Arial"/>
                <a:cs typeface="Arial"/>
              </a:rPr>
              <a:t>How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707626" y="4004005"/>
            <a:ext cx="13989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Explain</a:t>
            </a:r>
            <a:r>
              <a:rPr dirty="0" sz="1400" spc="-4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400" spc="-5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Solve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4278" y="5130711"/>
            <a:ext cx="2014220" cy="584835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4925" rIns="0" bIns="0" rtlCol="0" vert="horz">
            <a:spAutoFit/>
          </a:bodyPr>
          <a:lstStyle/>
          <a:p>
            <a:pPr marL="411480">
              <a:lnSpc>
                <a:spcPct val="100000"/>
              </a:lnSpc>
              <a:spcBef>
                <a:spcPts val="275"/>
              </a:spcBef>
            </a:pPr>
            <a:r>
              <a:rPr dirty="0" sz="3200" spc="-2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3587" y="5804103"/>
            <a:ext cx="139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Value</a:t>
            </a:r>
            <a:r>
              <a:rPr dirty="0" sz="1400" spc="-9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proposition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39066" y="265582"/>
            <a:ext cx="0" cy="52705"/>
          </a:xfrm>
          <a:custGeom>
            <a:avLst/>
            <a:gdLst/>
            <a:ahLst/>
            <a:cxnLst/>
            <a:rect l="l" t="t" r="r" b="b"/>
            <a:pathLst>
              <a:path w="0" h="52704">
                <a:moveTo>
                  <a:pt x="0" y="0"/>
                </a:moveTo>
                <a:lnTo>
                  <a:pt x="0" y="52231"/>
                </a:lnTo>
              </a:path>
            </a:pathLst>
          </a:custGeom>
          <a:ln w="19815">
            <a:solidFill>
              <a:srgbClr val="00004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429458" y="327830"/>
            <a:ext cx="408940" cy="525780"/>
            <a:chOff x="429458" y="327830"/>
            <a:chExt cx="408940" cy="525780"/>
          </a:xfrm>
        </p:grpSpPr>
        <p:sp>
          <p:nvSpPr>
            <p:cNvPr id="16" name="object 16" descr=""/>
            <p:cNvSpPr/>
            <p:nvPr/>
          </p:nvSpPr>
          <p:spPr>
            <a:xfrm>
              <a:off x="439374" y="337747"/>
              <a:ext cx="389255" cy="398145"/>
            </a:xfrm>
            <a:custGeom>
              <a:avLst/>
              <a:gdLst/>
              <a:ahLst/>
              <a:cxnLst/>
              <a:rect l="l" t="t" r="r" b="b"/>
              <a:pathLst>
                <a:path w="389255" h="398145">
                  <a:moveTo>
                    <a:pt x="388790" y="0"/>
                  </a:moveTo>
                  <a:lnTo>
                    <a:pt x="351924" y="36930"/>
                  </a:lnTo>
                </a:path>
                <a:path w="389255" h="398145">
                  <a:moveTo>
                    <a:pt x="381235" y="398000"/>
                  </a:moveTo>
                  <a:lnTo>
                    <a:pt x="344452" y="361128"/>
                  </a:lnTo>
                </a:path>
                <a:path w="389255" h="398145">
                  <a:moveTo>
                    <a:pt x="7529" y="0"/>
                  </a:moveTo>
                  <a:lnTo>
                    <a:pt x="44337" y="36930"/>
                  </a:lnTo>
                </a:path>
                <a:path w="389255" h="398145">
                  <a:moveTo>
                    <a:pt x="0" y="398000"/>
                  </a:moveTo>
                  <a:lnTo>
                    <a:pt x="36857" y="361127"/>
                  </a:lnTo>
                </a:path>
                <a:path w="389255" h="398145">
                  <a:moveTo>
                    <a:pt x="199840" y="51280"/>
                  </a:moveTo>
                  <a:lnTo>
                    <a:pt x="195877" y="51280"/>
                  </a:lnTo>
                  <a:lnTo>
                    <a:pt x="245445" y="59141"/>
                  </a:lnTo>
                  <a:lnTo>
                    <a:pt x="286275" y="80420"/>
                  </a:lnTo>
                  <a:lnTo>
                    <a:pt x="317059" y="111662"/>
                  </a:lnTo>
                  <a:lnTo>
                    <a:pt x="336488" y="149411"/>
                  </a:lnTo>
                  <a:lnTo>
                    <a:pt x="343255" y="190214"/>
                  </a:lnTo>
                  <a:lnTo>
                    <a:pt x="334651" y="237814"/>
                  </a:lnTo>
                  <a:lnTo>
                    <a:pt x="314134" y="276880"/>
                  </a:lnTo>
                  <a:lnTo>
                    <a:pt x="289646" y="312596"/>
                  </a:lnTo>
                  <a:lnTo>
                    <a:pt x="269129" y="350149"/>
                  </a:lnTo>
                  <a:lnTo>
                    <a:pt x="260525" y="394725"/>
                  </a:lnTo>
                  <a:lnTo>
                    <a:pt x="128256" y="394724"/>
                  </a:lnTo>
                  <a:lnTo>
                    <a:pt x="119678" y="350106"/>
                  </a:lnTo>
                  <a:lnTo>
                    <a:pt x="99222" y="312500"/>
                  </a:lnTo>
                  <a:lnTo>
                    <a:pt x="74807" y="276748"/>
                  </a:lnTo>
                  <a:lnTo>
                    <a:pt x="54352" y="237689"/>
                  </a:lnTo>
                  <a:lnTo>
                    <a:pt x="45774" y="190164"/>
                  </a:lnTo>
                  <a:lnTo>
                    <a:pt x="52522" y="149377"/>
                  </a:lnTo>
                  <a:lnTo>
                    <a:pt x="71913" y="111621"/>
                  </a:lnTo>
                  <a:lnTo>
                    <a:pt x="102668" y="80363"/>
                  </a:lnTo>
                  <a:lnTo>
                    <a:pt x="143507" y="59066"/>
                  </a:lnTo>
                  <a:lnTo>
                    <a:pt x="193152" y="51198"/>
                  </a:lnTo>
                  <a:lnTo>
                    <a:pt x="189189" y="51198"/>
                  </a:lnTo>
                </a:path>
              </a:pathLst>
            </a:custGeom>
            <a:ln w="19833">
              <a:solidFill>
                <a:srgbClr val="0000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990" y="760858"/>
              <a:ext cx="123550" cy="92453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861934" y="541013"/>
            <a:ext cx="52705" cy="0"/>
          </a:xfrm>
          <a:custGeom>
            <a:avLst/>
            <a:gdLst/>
            <a:ahLst/>
            <a:cxnLst/>
            <a:rect l="l" t="t" r="r" b="b"/>
            <a:pathLst>
              <a:path w="52705" h="0">
                <a:moveTo>
                  <a:pt x="52139" y="0"/>
                </a:moveTo>
                <a:lnTo>
                  <a:pt x="0" y="0"/>
                </a:lnTo>
              </a:path>
            </a:pathLst>
          </a:custGeom>
          <a:ln w="19850">
            <a:solidFill>
              <a:srgbClr val="0000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53474" y="530343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 h="0">
                <a:moveTo>
                  <a:pt x="0" y="0"/>
                </a:moveTo>
                <a:lnTo>
                  <a:pt x="52065" y="0"/>
                </a:lnTo>
              </a:path>
            </a:pathLst>
          </a:custGeom>
          <a:ln w="19850">
            <a:solidFill>
              <a:srgbClr val="0000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147314" y="5076659"/>
            <a:ext cx="8265159" cy="1090295"/>
          </a:xfrm>
          <a:prstGeom prst="rect">
            <a:avLst/>
          </a:prstGeom>
          <a:solidFill>
            <a:srgbClr val="F1F1F1"/>
          </a:solidFill>
          <a:ln w="25400">
            <a:solidFill>
              <a:srgbClr val="D9D9D9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1440" marR="6333490">
              <a:lnSpc>
                <a:spcPct val="100000"/>
              </a:lnSpc>
              <a:spcBef>
                <a:spcPts val="330"/>
              </a:spcBef>
            </a:pP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Primary</a:t>
            </a:r>
            <a:r>
              <a:rPr dirty="0" sz="1200" spc="-5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benefits</a:t>
            </a:r>
            <a:r>
              <a:rPr dirty="0" sz="1200" spc="-3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000047"/>
                </a:solidFill>
                <a:latin typeface="Arial"/>
                <a:cs typeface="Arial"/>
              </a:rPr>
              <a:t>: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Efficiency</a:t>
            </a:r>
            <a:r>
              <a:rPr dirty="0" sz="1200" spc="-4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and</a:t>
            </a:r>
            <a:r>
              <a:rPr dirty="0" sz="1200" spc="-1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flexibility</a:t>
            </a:r>
            <a:r>
              <a:rPr dirty="0" sz="1200" spc="-2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000047"/>
                </a:solidFill>
                <a:latin typeface="Arial"/>
                <a:cs typeface="Arial"/>
              </a:rPr>
              <a:t>: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Time</a:t>
            </a:r>
            <a:r>
              <a:rPr dirty="0" sz="1200" spc="-2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and</a:t>
            </a:r>
            <a:r>
              <a:rPr dirty="0" sz="1200" spc="-2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cost</a:t>
            </a:r>
            <a:r>
              <a:rPr dirty="0" sz="12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saving</a:t>
            </a:r>
            <a:r>
              <a:rPr dirty="0" sz="1200" spc="-1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000047"/>
                </a:solidFill>
                <a:latin typeface="Arial"/>
                <a:cs typeface="Arial"/>
              </a:rPr>
              <a:t>: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Scalability: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000047"/>
                </a:solidFill>
                <a:latin typeface="Arial"/>
                <a:cs typeface="Arial"/>
              </a:rPr>
              <a:t>Social</a:t>
            </a:r>
            <a:r>
              <a:rPr dirty="0" sz="1200" spc="-2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47"/>
                </a:solidFill>
                <a:latin typeface="Arial"/>
                <a:cs typeface="Arial"/>
              </a:rPr>
              <a:t>Impact: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dirty="0" spc="-35"/>
              <a:t> </a:t>
            </a:r>
            <a:r>
              <a:rPr dirty="0"/>
              <a:t>2026–2027 Cognizant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30"/>
              <a:t> </a:t>
            </a:r>
            <a:r>
              <a:rPr dirty="0" spc="-10"/>
              <a:t>Private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1629" y="946442"/>
            <a:ext cx="11453495" cy="5814695"/>
            <a:chOff x="391629" y="946442"/>
            <a:chExt cx="11453495" cy="58146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2452" y="6352477"/>
              <a:ext cx="1362075" cy="40843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91629" y="946442"/>
              <a:ext cx="11409045" cy="5417820"/>
            </a:xfrm>
            <a:custGeom>
              <a:avLst/>
              <a:gdLst/>
              <a:ahLst/>
              <a:cxnLst/>
              <a:rect l="l" t="t" r="r" b="b"/>
              <a:pathLst>
                <a:path w="11409045" h="5417820">
                  <a:moveTo>
                    <a:pt x="11408791" y="0"/>
                  </a:moveTo>
                  <a:lnTo>
                    <a:pt x="0" y="0"/>
                  </a:lnTo>
                  <a:lnTo>
                    <a:pt x="0" y="5417566"/>
                  </a:lnTo>
                  <a:lnTo>
                    <a:pt x="11408791" y="5417566"/>
                  </a:lnTo>
                  <a:lnTo>
                    <a:pt x="11408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096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Financials</a:t>
            </a:r>
            <a:r>
              <a:rPr dirty="0" sz="2400" spc="-5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r>
              <a:rPr dirty="0" sz="24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Timelines</a:t>
            </a:r>
            <a:r>
              <a:rPr dirty="0" sz="2400" spc="-5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|</a:t>
            </a:r>
            <a:r>
              <a:rPr dirty="0" sz="2400" spc="-3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Business</a:t>
            </a:r>
            <a:r>
              <a:rPr dirty="0" sz="2400" spc="-3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47"/>
                </a:solidFill>
                <a:latin typeface="Arial"/>
                <a:cs typeface="Arial"/>
              </a:rPr>
              <a:t>Plan</a:t>
            </a:r>
            <a:r>
              <a:rPr dirty="0" sz="2400" spc="-55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47"/>
                </a:solidFill>
                <a:latin typeface="Arial"/>
                <a:cs typeface="Arial"/>
              </a:rPr>
              <a:t>(2/2)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4278" y="1419326"/>
            <a:ext cx="2014220" cy="462280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300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Investments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3158" y="1946529"/>
            <a:ext cx="245300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What</a:t>
            </a:r>
            <a:r>
              <a:rPr dirty="0" sz="1400" spc="-5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does</a:t>
            </a:r>
            <a:r>
              <a:rPr dirty="0" sz="14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it</a:t>
            </a:r>
            <a:r>
              <a:rPr dirty="0" sz="14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take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r>
              <a:rPr dirty="0" sz="1400" spc="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How</a:t>
            </a:r>
            <a:r>
              <a:rPr dirty="0" sz="1400" spc="-1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much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does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it cost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to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solve?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98634" y="3329660"/>
            <a:ext cx="2014220" cy="462280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8735" rIns="0" bIns="0" rtlCol="0" vert="horz">
            <a:spAutoFit/>
          </a:bodyPr>
          <a:lstStyle/>
          <a:p>
            <a:pPr marL="432434">
              <a:lnSpc>
                <a:spcPct val="100000"/>
              </a:lnSpc>
              <a:spcBef>
                <a:spcPts val="305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Returns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478771" y="3882897"/>
            <a:ext cx="18192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Quantify</a:t>
            </a:r>
            <a:r>
              <a:rPr dirty="0" sz="1400" spc="-4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the</a:t>
            </a:r>
            <a:r>
              <a:rPr dirty="0" sz="1400" spc="-3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benefits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50" i="1">
                <a:solidFill>
                  <a:srgbClr val="000047"/>
                </a:solidFill>
                <a:latin typeface="Arial"/>
                <a:cs typeface="Arial"/>
              </a:rPr>
              <a:t>&amp;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What</a:t>
            </a:r>
            <a:r>
              <a:rPr dirty="0" sz="1400" spc="-5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if</a:t>
            </a:r>
            <a:r>
              <a:rPr dirty="0" sz="1400" spc="-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I</a:t>
            </a:r>
            <a:r>
              <a:rPr dirty="0" sz="1400" spc="-20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don’t</a:t>
            </a:r>
            <a:r>
              <a:rPr dirty="0" sz="1400" spc="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solve?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4278" y="4981803"/>
            <a:ext cx="2014220" cy="462280"/>
          </a:xfrm>
          <a:prstGeom prst="rect">
            <a:avLst/>
          </a:prstGeom>
          <a:solidFill>
            <a:srgbClr val="000047"/>
          </a:solidFill>
        </p:spPr>
        <p:txBody>
          <a:bodyPr wrap="square" lIns="0" tIns="38735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305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Timelines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3158" y="5520334"/>
            <a:ext cx="185673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Time</a:t>
            </a:r>
            <a:r>
              <a:rPr dirty="0" sz="1400" spc="-3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to</a:t>
            </a:r>
            <a:r>
              <a:rPr dirty="0" sz="1400" spc="-45" i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000047"/>
                </a:solidFill>
                <a:latin typeface="Arial"/>
                <a:cs typeface="Arial"/>
              </a:rPr>
              <a:t>realize</a:t>
            </a:r>
            <a:r>
              <a:rPr dirty="0" sz="1400" spc="-10" i="1">
                <a:solidFill>
                  <a:srgbClr val="000047"/>
                </a:solidFill>
                <a:latin typeface="Arial"/>
                <a:cs typeface="Arial"/>
              </a:rPr>
              <a:t> benefits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33247" y="1261719"/>
            <a:ext cx="10779760" cy="4777740"/>
          </a:xfrm>
          <a:custGeom>
            <a:avLst/>
            <a:gdLst/>
            <a:ahLst/>
            <a:cxnLst/>
            <a:rect l="l" t="t" r="r" b="b"/>
            <a:pathLst>
              <a:path w="10779760" h="4777740">
                <a:moveTo>
                  <a:pt x="2811754" y="1197254"/>
                </a:moveTo>
                <a:lnTo>
                  <a:pt x="10779353" y="1197254"/>
                </a:lnTo>
                <a:lnTo>
                  <a:pt x="10779353" y="0"/>
                </a:lnTo>
                <a:lnTo>
                  <a:pt x="2811754" y="0"/>
                </a:lnTo>
                <a:lnTo>
                  <a:pt x="2811754" y="1197254"/>
                </a:lnTo>
                <a:close/>
              </a:path>
              <a:path w="10779760" h="4777740">
                <a:moveTo>
                  <a:pt x="0" y="3073044"/>
                </a:moveTo>
                <a:lnTo>
                  <a:pt x="8377555" y="3073044"/>
                </a:lnTo>
                <a:lnTo>
                  <a:pt x="8377555" y="1875789"/>
                </a:lnTo>
                <a:lnTo>
                  <a:pt x="0" y="1875789"/>
                </a:lnTo>
                <a:lnTo>
                  <a:pt x="0" y="3073044"/>
                </a:lnTo>
                <a:close/>
              </a:path>
              <a:path w="10779760" h="4777740">
                <a:moveTo>
                  <a:pt x="2811754" y="4777689"/>
                </a:moveTo>
                <a:lnTo>
                  <a:pt x="10779353" y="4777689"/>
                </a:lnTo>
                <a:lnTo>
                  <a:pt x="10779353" y="3580434"/>
                </a:lnTo>
                <a:lnTo>
                  <a:pt x="2811754" y="3580434"/>
                </a:lnTo>
                <a:lnTo>
                  <a:pt x="2811754" y="4777689"/>
                </a:lnTo>
                <a:close/>
              </a:path>
            </a:pathLst>
          </a:custGeom>
          <a:ln w="1270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941" y="318058"/>
            <a:ext cx="473963" cy="473913"/>
          </a:xfrm>
          <a:prstGeom prst="rect">
            <a:avLst/>
          </a:prstGeom>
        </p:spPr>
      </p:pic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dirty="0" spc="-35"/>
              <a:t> </a:t>
            </a:r>
            <a:r>
              <a:rPr dirty="0"/>
              <a:t>2026–2027 Cognizant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30"/>
              <a:t> </a:t>
            </a:r>
            <a:r>
              <a:rPr dirty="0" spc="-10"/>
              <a:t>Private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3407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95"/>
              </a:spcBef>
            </a:pPr>
            <a:r>
              <a:rPr dirty="0"/>
              <a:t>Idea</a:t>
            </a:r>
            <a:r>
              <a:rPr dirty="0" spc="-160"/>
              <a:t> </a:t>
            </a:r>
            <a:r>
              <a:rPr dirty="0"/>
              <a:t>evaluation</a:t>
            </a:r>
            <a:r>
              <a:rPr dirty="0" spc="-160"/>
              <a:t> </a:t>
            </a:r>
            <a:r>
              <a:rPr dirty="0" spc="-10"/>
              <a:t>criteria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26642" y="3686022"/>
            <a:ext cx="238760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5740" marR="5080" indent="-193675">
              <a:lnSpc>
                <a:spcPct val="11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2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idea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deliver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value?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986026" y="2502911"/>
            <a:ext cx="9776460" cy="4156710"/>
            <a:chOff x="1986026" y="2502911"/>
            <a:chExt cx="9776460" cy="4156710"/>
          </a:xfrm>
        </p:grpSpPr>
        <p:sp>
          <p:nvSpPr>
            <p:cNvPr id="6" name="object 6" descr=""/>
            <p:cNvSpPr/>
            <p:nvPr/>
          </p:nvSpPr>
          <p:spPr>
            <a:xfrm>
              <a:off x="1986026" y="3495167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5" h="0">
                  <a:moveTo>
                    <a:pt x="0" y="0"/>
                  </a:moveTo>
                  <a:lnTo>
                    <a:pt x="668528" y="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37266" y="2590599"/>
              <a:ext cx="597535" cy="511809"/>
            </a:xfrm>
            <a:custGeom>
              <a:avLst/>
              <a:gdLst/>
              <a:ahLst/>
              <a:cxnLst/>
              <a:rect l="l" t="t" r="r" b="b"/>
              <a:pathLst>
                <a:path w="597535" h="511810">
                  <a:moveTo>
                    <a:pt x="0" y="511418"/>
                  </a:moveTo>
                  <a:lnTo>
                    <a:pt x="596911" y="511418"/>
                  </a:lnTo>
                </a:path>
                <a:path w="597535" h="511810">
                  <a:moveTo>
                    <a:pt x="103802" y="501191"/>
                  </a:moveTo>
                  <a:lnTo>
                    <a:pt x="103802" y="423162"/>
                  </a:lnTo>
                  <a:lnTo>
                    <a:pt x="25963" y="423162"/>
                  </a:lnTo>
                  <a:lnTo>
                    <a:pt x="25963" y="501191"/>
                  </a:lnTo>
                </a:path>
                <a:path w="597535" h="511810">
                  <a:moveTo>
                    <a:pt x="259479" y="501191"/>
                  </a:moveTo>
                  <a:lnTo>
                    <a:pt x="259479" y="319177"/>
                  </a:lnTo>
                  <a:lnTo>
                    <a:pt x="181692" y="319177"/>
                  </a:lnTo>
                  <a:lnTo>
                    <a:pt x="181693" y="501191"/>
                  </a:lnTo>
                </a:path>
                <a:path w="597535" h="511810">
                  <a:moveTo>
                    <a:pt x="415226" y="501191"/>
                  </a:moveTo>
                  <a:lnTo>
                    <a:pt x="415226" y="215243"/>
                  </a:lnTo>
                  <a:lnTo>
                    <a:pt x="337370" y="215243"/>
                  </a:lnTo>
                  <a:lnTo>
                    <a:pt x="337370" y="501191"/>
                  </a:lnTo>
                </a:path>
                <a:path w="597535" h="511810">
                  <a:moveTo>
                    <a:pt x="570956" y="501191"/>
                  </a:moveTo>
                  <a:lnTo>
                    <a:pt x="570956" y="111227"/>
                  </a:lnTo>
                  <a:lnTo>
                    <a:pt x="493091" y="111227"/>
                  </a:lnTo>
                  <a:lnTo>
                    <a:pt x="493091" y="501191"/>
                  </a:lnTo>
                </a:path>
                <a:path w="597535" h="511810">
                  <a:moveTo>
                    <a:pt x="17879" y="320215"/>
                  </a:moveTo>
                  <a:lnTo>
                    <a:pt x="68908" y="307700"/>
                  </a:lnTo>
                  <a:lnTo>
                    <a:pt x="118957" y="290201"/>
                  </a:lnTo>
                  <a:lnTo>
                    <a:pt x="167466" y="268306"/>
                  </a:lnTo>
                  <a:lnTo>
                    <a:pt x="213877" y="242605"/>
                  </a:lnTo>
                  <a:lnTo>
                    <a:pt x="257630" y="213685"/>
                  </a:lnTo>
                  <a:lnTo>
                    <a:pt x="298165" y="182137"/>
                  </a:lnTo>
                  <a:lnTo>
                    <a:pt x="334925" y="148550"/>
                  </a:lnTo>
                  <a:lnTo>
                    <a:pt x="367349" y="113511"/>
                  </a:lnTo>
                  <a:lnTo>
                    <a:pt x="394879" y="77611"/>
                  </a:lnTo>
                  <a:lnTo>
                    <a:pt x="416955" y="41437"/>
                  </a:lnTo>
                  <a:lnTo>
                    <a:pt x="433019" y="5580"/>
                  </a:lnTo>
                </a:path>
                <a:path w="597535" h="511810">
                  <a:moveTo>
                    <a:pt x="450725" y="79819"/>
                  </a:moveTo>
                  <a:lnTo>
                    <a:pt x="432976" y="0"/>
                  </a:lnTo>
                  <a:lnTo>
                    <a:pt x="361157" y="53083"/>
                  </a:lnTo>
                </a:path>
              </a:pathLst>
            </a:custGeom>
            <a:ln w="2074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8664" y="2555565"/>
              <a:ext cx="219749" cy="22010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625975" y="3485388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4" h="0">
                  <a:moveTo>
                    <a:pt x="0" y="0"/>
                  </a:moveTo>
                  <a:lnTo>
                    <a:pt x="668527" y="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36520" y="2513060"/>
              <a:ext cx="501015" cy="589280"/>
            </a:xfrm>
            <a:custGeom>
              <a:avLst/>
              <a:gdLst/>
              <a:ahLst/>
              <a:cxnLst/>
              <a:rect l="l" t="t" r="r" b="b"/>
              <a:pathLst>
                <a:path w="501014" h="589280">
                  <a:moveTo>
                    <a:pt x="334530" y="589073"/>
                  </a:moveTo>
                  <a:lnTo>
                    <a:pt x="70841" y="589073"/>
                  </a:lnTo>
                  <a:lnTo>
                    <a:pt x="70841" y="391513"/>
                  </a:lnTo>
                  <a:lnTo>
                    <a:pt x="70892" y="391348"/>
                  </a:lnTo>
                  <a:lnTo>
                    <a:pt x="70892" y="391175"/>
                  </a:lnTo>
                  <a:lnTo>
                    <a:pt x="48022" y="363574"/>
                  </a:lnTo>
                  <a:lnTo>
                    <a:pt x="29766" y="337006"/>
                  </a:lnTo>
                  <a:lnTo>
                    <a:pt x="14846" y="306790"/>
                  </a:lnTo>
                  <a:lnTo>
                    <a:pt x="5755" y="278498"/>
                  </a:lnTo>
                  <a:lnTo>
                    <a:pt x="1228" y="248739"/>
                  </a:lnTo>
                  <a:lnTo>
                    <a:pt x="0" y="214123"/>
                  </a:lnTo>
                  <a:lnTo>
                    <a:pt x="0" y="214529"/>
                  </a:lnTo>
                  <a:lnTo>
                    <a:pt x="7219" y="166653"/>
                  </a:lnTo>
                  <a:lnTo>
                    <a:pt x="22160" y="126304"/>
                  </a:lnTo>
                  <a:lnTo>
                    <a:pt x="42665" y="92597"/>
                  </a:lnTo>
                  <a:lnTo>
                    <a:pt x="69218" y="62260"/>
                  </a:lnTo>
                  <a:lnTo>
                    <a:pt x="100487" y="36979"/>
                  </a:lnTo>
                  <a:lnTo>
                    <a:pt x="135140" y="18441"/>
                  </a:lnTo>
                  <a:lnTo>
                    <a:pt x="174870" y="5622"/>
                  </a:lnTo>
                  <a:lnTo>
                    <a:pt x="214177" y="0"/>
                  </a:lnTo>
                  <a:lnTo>
                    <a:pt x="253836" y="1766"/>
                  </a:lnTo>
                  <a:lnTo>
                    <a:pt x="294622" y="11117"/>
                  </a:lnTo>
                  <a:lnTo>
                    <a:pt x="333953" y="28305"/>
                  </a:lnTo>
                  <a:lnTo>
                    <a:pt x="370368" y="53402"/>
                  </a:lnTo>
                  <a:lnTo>
                    <a:pt x="401432" y="84714"/>
                  </a:lnTo>
                  <a:lnTo>
                    <a:pt x="424709" y="120547"/>
                  </a:lnTo>
                  <a:lnTo>
                    <a:pt x="447153" y="183764"/>
                  </a:lnTo>
                  <a:lnTo>
                    <a:pt x="451120" y="254305"/>
                  </a:lnTo>
                  <a:lnTo>
                    <a:pt x="458878" y="279315"/>
                  </a:lnTo>
                  <a:lnTo>
                    <a:pt x="475947" y="310749"/>
                  </a:lnTo>
                  <a:lnTo>
                    <a:pt x="493015" y="341278"/>
                  </a:lnTo>
                  <a:lnTo>
                    <a:pt x="500773" y="363574"/>
                  </a:lnTo>
                  <a:lnTo>
                    <a:pt x="466935" y="391412"/>
                  </a:lnTo>
                  <a:lnTo>
                    <a:pt x="459025" y="391115"/>
                  </a:lnTo>
                  <a:lnTo>
                    <a:pt x="451162" y="390904"/>
                  </a:lnTo>
                  <a:lnTo>
                    <a:pt x="451162" y="469287"/>
                  </a:lnTo>
                  <a:lnTo>
                    <a:pt x="423458" y="513922"/>
                  </a:lnTo>
                  <a:lnTo>
                    <a:pt x="404425" y="518206"/>
                  </a:lnTo>
                  <a:lnTo>
                    <a:pt x="403791" y="518219"/>
                  </a:lnTo>
                  <a:lnTo>
                    <a:pt x="403157" y="518206"/>
                  </a:lnTo>
                  <a:lnTo>
                    <a:pt x="334530" y="518206"/>
                  </a:lnTo>
                  <a:lnTo>
                    <a:pt x="334530" y="589073"/>
                  </a:lnTo>
                  <a:close/>
                </a:path>
                <a:path w="501014" h="589280">
                  <a:moveTo>
                    <a:pt x="225505" y="90575"/>
                  </a:moveTo>
                  <a:lnTo>
                    <a:pt x="225505" y="117033"/>
                  </a:lnTo>
                </a:path>
                <a:path w="501014" h="589280">
                  <a:moveTo>
                    <a:pt x="321396" y="127193"/>
                  </a:moveTo>
                  <a:lnTo>
                    <a:pt x="302685" y="145904"/>
                  </a:lnTo>
                </a:path>
                <a:path w="501014" h="589280">
                  <a:moveTo>
                    <a:pt x="364956" y="230277"/>
                  </a:moveTo>
                  <a:lnTo>
                    <a:pt x="338536" y="230277"/>
                  </a:lnTo>
                </a:path>
                <a:path w="501014" h="589280">
                  <a:moveTo>
                    <a:pt x="317593" y="329081"/>
                  </a:moveTo>
                  <a:lnTo>
                    <a:pt x="298882" y="310387"/>
                  </a:lnTo>
                </a:path>
                <a:path w="501014" h="589280">
                  <a:moveTo>
                    <a:pt x="127990" y="127193"/>
                  </a:moveTo>
                  <a:lnTo>
                    <a:pt x="146651" y="145904"/>
                  </a:lnTo>
                </a:path>
                <a:path w="501014" h="589280">
                  <a:moveTo>
                    <a:pt x="80628" y="224892"/>
                  </a:moveTo>
                  <a:lnTo>
                    <a:pt x="106997" y="224892"/>
                  </a:lnTo>
                </a:path>
                <a:path w="501014" h="589280">
                  <a:moveTo>
                    <a:pt x="124187" y="329081"/>
                  </a:moveTo>
                  <a:lnTo>
                    <a:pt x="142848" y="310387"/>
                  </a:lnTo>
                </a:path>
                <a:path w="501014" h="589280">
                  <a:moveTo>
                    <a:pt x="225555" y="153185"/>
                  </a:moveTo>
                  <a:lnTo>
                    <a:pt x="223527" y="153185"/>
                  </a:lnTo>
                  <a:lnTo>
                    <a:pt x="251932" y="158073"/>
                  </a:lnTo>
                  <a:lnTo>
                    <a:pt x="275462" y="172950"/>
                  </a:lnTo>
                  <a:lnTo>
                    <a:pt x="291723" y="195566"/>
                  </a:lnTo>
                  <a:lnTo>
                    <a:pt x="298324" y="223673"/>
                  </a:lnTo>
                  <a:lnTo>
                    <a:pt x="291763" y="253032"/>
                  </a:lnTo>
                  <a:lnTo>
                    <a:pt x="277330" y="276695"/>
                  </a:lnTo>
                  <a:lnTo>
                    <a:pt x="262897" y="299767"/>
                  </a:lnTo>
                  <a:lnTo>
                    <a:pt x="256336" y="327354"/>
                  </a:lnTo>
                  <a:lnTo>
                    <a:pt x="189501" y="327354"/>
                  </a:lnTo>
                  <a:lnTo>
                    <a:pt x="182901" y="299788"/>
                  </a:lnTo>
                  <a:lnTo>
                    <a:pt x="168381" y="276752"/>
                  </a:lnTo>
                  <a:lnTo>
                    <a:pt x="153860" y="253096"/>
                  </a:lnTo>
                  <a:lnTo>
                    <a:pt x="147260" y="223673"/>
                  </a:lnTo>
                  <a:lnTo>
                    <a:pt x="153842" y="195566"/>
                  </a:lnTo>
                  <a:lnTo>
                    <a:pt x="170089" y="172950"/>
                  </a:lnTo>
                  <a:lnTo>
                    <a:pt x="193608" y="158073"/>
                  </a:lnTo>
                  <a:lnTo>
                    <a:pt x="222006" y="153185"/>
                  </a:lnTo>
                  <a:lnTo>
                    <a:pt x="219927" y="153185"/>
                  </a:lnTo>
                </a:path>
                <a:path w="501014" h="589280">
                  <a:moveTo>
                    <a:pt x="202838" y="364895"/>
                  </a:moveTo>
                  <a:lnTo>
                    <a:pt x="203014" y="368554"/>
                  </a:lnTo>
                  <a:lnTo>
                    <a:pt x="204936" y="376604"/>
                  </a:lnTo>
                  <a:lnTo>
                    <a:pt x="210689" y="384654"/>
                  </a:lnTo>
                  <a:lnTo>
                    <a:pt x="222361" y="388313"/>
                  </a:lnTo>
                  <a:lnTo>
                    <a:pt x="234152" y="384654"/>
                  </a:lnTo>
                  <a:lnTo>
                    <a:pt x="240166" y="376604"/>
                  </a:lnTo>
                  <a:lnTo>
                    <a:pt x="242349" y="368554"/>
                  </a:lnTo>
                  <a:lnTo>
                    <a:pt x="242645" y="364895"/>
                  </a:lnTo>
                </a:path>
                <a:path w="501014" h="589280">
                  <a:moveTo>
                    <a:pt x="252837" y="358849"/>
                  </a:moveTo>
                  <a:lnTo>
                    <a:pt x="192746" y="358849"/>
                  </a:lnTo>
                </a:path>
              </a:pathLst>
            </a:custGeom>
            <a:ln w="2030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3859" y="3485388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4" h="0">
                  <a:moveTo>
                    <a:pt x="0" y="0"/>
                  </a:moveTo>
                  <a:lnTo>
                    <a:pt x="668527" y="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28535" y="2519098"/>
              <a:ext cx="581025" cy="565785"/>
            </a:xfrm>
            <a:custGeom>
              <a:avLst/>
              <a:gdLst/>
              <a:ahLst/>
              <a:cxnLst/>
              <a:rect l="l" t="t" r="r" b="b"/>
              <a:pathLst>
                <a:path w="581025" h="565785">
                  <a:moveTo>
                    <a:pt x="446043" y="21632"/>
                  </a:moveTo>
                  <a:lnTo>
                    <a:pt x="21601" y="0"/>
                  </a:lnTo>
                  <a:lnTo>
                    <a:pt x="13245" y="1778"/>
                  </a:lnTo>
                  <a:lnTo>
                    <a:pt x="6414" y="6418"/>
                  </a:lnTo>
                  <a:lnTo>
                    <a:pt x="1776" y="13257"/>
                  </a:lnTo>
                  <a:lnTo>
                    <a:pt x="0" y="21631"/>
                  </a:lnTo>
                  <a:lnTo>
                    <a:pt x="0" y="543791"/>
                  </a:lnTo>
                  <a:lnTo>
                    <a:pt x="425210" y="565383"/>
                  </a:lnTo>
                  <a:lnTo>
                    <a:pt x="433546" y="563620"/>
                  </a:lnTo>
                  <a:lnTo>
                    <a:pt x="440360" y="558987"/>
                  </a:lnTo>
                  <a:lnTo>
                    <a:pt x="444987" y="552153"/>
                  </a:lnTo>
                  <a:lnTo>
                    <a:pt x="446762" y="543791"/>
                  </a:lnTo>
                  <a:lnTo>
                    <a:pt x="446761" y="362438"/>
                  </a:lnTo>
                </a:path>
                <a:path w="581025" h="565785">
                  <a:moveTo>
                    <a:pt x="446043" y="211413"/>
                  </a:moveTo>
                  <a:lnTo>
                    <a:pt x="446043" y="21632"/>
                  </a:lnTo>
                </a:path>
                <a:path w="581025" h="565785">
                  <a:moveTo>
                    <a:pt x="180422" y="115271"/>
                  </a:moveTo>
                  <a:lnTo>
                    <a:pt x="346949" y="115271"/>
                  </a:lnTo>
                </a:path>
                <a:path w="581025" h="565785">
                  <a:moveTo>
                    <a:pt x="180422" y="220607"/>
                  </a:moveTo>
                  <a:lnTo>
                    <a:pt x="346949" y="220607"/>
                  </a:lnTo>
                </a:path>
                <a:path w="581025" h="565785">
                  <a:moveTo>
                    <a:pt x="66175" y="110868"/>
                  </a:moveTo>
                  <a:lnTo>
                    <a:pt x="87422" y="137961"/>
                  </a:lnTo>
                  <a:lnTo>
                    <a:pt x="129408" y="82082"/>
                  </a:lnTo>
                </a:path>
                <a:path w="581025" h="565785">
                  <a:moveTo>
                    <a:pt x="67290" y="218829"/>
                  </a:moveTo>
                  <a:lnTo>
                    <a:pt x="88537" y="245854"/>
                  </a:lnTo>
                  <a:lnTo>
                    <a:pt x="130524" y="189975"/>
                  </a:lnTo>
                </a:path>
                <a:path w="581025" h="565785">
                  <a:moveTo>
                    <a:pt x="580464" y="206892"/>
                  </a:moveTo>
                  <a:lnTo>
                    <a:pt x="513359" y="147105"/>
                  </a:lnTo>
                  <a:lnTo>
                    <a:pt x="290561" y="398150"/>
                  </a:lnTo>
                  <a:lnTo>
                    <a:pt x="278239" y="479733"/>
                  </a:lnTo>
                  <a:lnTo>
                    <a:pt x="357649" y="457890"/>
                  </a:lnTo>
                  <a:lnTo>
                    <a:pt x="580464" y="206892"/>
                  </a:lnTo>
                  <a:close/>
                </a:path>
                <a:path w="581025" h="565785">
                  <a:moveTo>
                    <a:pt x="481666" y="197240"/>
                  </a:moveTo>
                  <a:lnTo>
                    <a:pt x="535121" y="244839"/>
                  </a:lnTo>
                </a:path>
                <a:path w="581025" h="565785">
                  <a:moveTo>
                    <a:pt x="334982" y="411104"/>
                  </a:moveTo>
                  <a:lnTo>
                    <a:pt x="508415" y="221065"/>
                  </a:lnTo>
                </a:path>
                <a:path w="581025" h="565785">
                  <a:moveTo>
                    <a:pt x="299943" y="396829"/>
                  </a:moveTo>
                  <a:lnTo>
                    <a:pt x="353390" y="444428"/>
                  </a:lnTo>
                </a:path>
              </a:pathLst>
            </a:custGeom>
            <a:ln w="2030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956800" y="3478657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4" h="0">
                  <a:moveTo>
                    <a:pt x="0" y="0"/>
                  </a:moveTo>
                  <a:lnTo>
                    <a:pt x="668527" y="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982029" y="2554539"/>
              <a:ext cx="589280" cy="539750"/>
            </a:xfrm>
            <a:custGeom>
              <a:avLst/>
              <a:gdLst/>
              <a:ahLst/>
              <a:cxnLst/>
              <a:rect l="l" t="t" r="r" b="b"/>
              <a:pathLst>
                <a:path w="589279" h="539750">
                  <a:moveTo>
                    <a:pt x="294516" y="0"/>
                  </a:moveTo>
                  <a:lnTo>
                    <a:pt x="227225" y="84579"/>
                  </a:lnTo>
                  <a:lnTo>
                    <a:pt x="257904" y="84579"/>
                  </a:lnTo>
                  <a:lnTo>
                    <a:pt x="257904" y="426871"/>
                  </a:lnTo>
                  <a:lnTo>
                    <a:pt x="190614" y="539186"/>
                  </a:lnTo>
                  <a:lnTo>
                    <a:pt x="398427" y="539186"/>
                  </a:lnTo>
                  <a:lnTo>
                    <a:pt x="331128" y="426871"/>
                  </a:lnTo>
                  <a:lnTo>
                    <a:pt x="331128" y="84579"/>
                  </a:lnTo>
                  <a:lnTo>
                    <a:pt x="361806" y="84579"/>
                  </a:lnTo>
                  <a:lnTo>
                    <a:pt x="294516" y="0"/>
                  </a:lnTo>
                  <a:close/>
                </a:path>
                <a:path w="589279" h="539750">
                  <a:moveTo>
                    <a:pt x="440304" y="89870"/>
                  </a:moveTo>
                  <a:lnTo>
                    <a:pt x="373013" y="174454"/>
                  </a:lnTo>
                  <a:lnTo>
                    <a:pt x="403624" y="174454"/>
                  </a:lnTo>
                  <a:lnTo>
                    <a:pt x="403625" y="426871"/>
                  </a:lnTo>
                  <a:lnTo>
                    <a:pt x="470941" y="539186"/>
                  </a:lnTo>
                  <a:lnTo>
                    <a:pt x="589050" y="539186"/>
                  </a:lnTo>
                  <a:lnTo>
                    <a:pt x="476899" y="426871"/>
                  </a:lnTo>
                  <a:lnTo>
                    <a:pt x="476899" y="174454"/>
                  </a:lnTo>
                  <a:lnTo>
                    <a:pt x="507535" y="174454"/>
                  </a:lnTo>
                  <a:lnTo>
                    <a:pt x="440304" y="89870"/>
                  </a:lnTo>
                  <a:close/>
                </a:path>
                <a:path w="589279" h="539750">
                  <a:moveTo>
                    <a:pt x="148779" y="89870"/>
                  </a:moveTo>
                  <a:lnTo>
                    <a:pt x="81488" y="174454"/>
                  </a:lnTo>
                  <a:lnTo>
                    <a:pt x="112116" y="174454"/>
                  </a:lnTo>
                  <a:lnTo>
                    <a:pt x="112117" y="426871"/>
                  </a:lnTo>
                  <a:lnTo>
                    <a:pt x="0" y="539186"/>
                  </a:lnTo>
                  <a:lnTo>
                    <a:pt x="118100" y="539186"/>
                  </a:lnTo>
                  <a:lnTo>
                    <a:pt x="185391" y="426871"/>
                  </a:lnTo>
                  <a:lnTo>
                    <a:pt x="185391" y="174454"/>
                  </a:lnTo>
                  <a:lnTo>
                    <a:pt x="216019" y="174454"/>
                  </a:lnTo>
                  <a:lnTo>
                    <a:pt x="148779" y="89870"/>
                  </a:lnTo>
                  <a:close/>
                </a:path>
              </a:pathLst>
            </a:custGeom>
            <a:ln w="2030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91672" y="6454063"/>
              <a:ext cx="1170431" cy="205447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327397" y="3675735"/>
            <a:ext cx="1266825" cy="696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7795" marR="5080" indent="-125730">
              <a:lnSpc>
                <a:spcPct val="110100"/>
              </a:lnSpc>
              <a:spcBef>
                <a:spcPts val="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idea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unique?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dirty="0" spc="-35"/>
              <a:t> </a:t>
            </a:r>
            <a:r>
              <a:rPr dirty="0"/>
              <a:t>2026–2027 Cognizant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30"/>
              <a:t> </a:t>
            </a:r>
            <a:r>
              <a:rPr dirty="0" spc="-10"/>
              <a:t>Private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6607809" y="3675735"/>
            <a:ext cx="1961514" cy="696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47345">
              <a:lnSpc>
                <a:spcPct val="110100"/>
              </a:lnSpc>
              <a:spcBef>
                <a:spcPts val="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idea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implementable?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658857" y="3675735"/>
            <a:ext cx="1266190" cy="696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069" marR="5080" indent="-40005">
              <a:lnSpc>
                <a:spcPct val="110100"/>
              </a:lnSpc>
              <a:spcBef>
                <a:spcPts val="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idea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scalable?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2200" y="-3"/>
            <a:ext cx="7289800" cy="6858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138" y="536701"/>
            <a:ext cx="1770888" cy="3108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139" y="3092907"/>
            <a:ext cx="3837304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000047"/>
                </a:solidFill>
                <a:latin typeface="Arial"/>
                <a:cs typeface="Arial"/>
              </a:rPr>
              <a:t>Thank</a:t>
            </a:r>
            <a:r>
              <a:rPr dirty="0" sz="6000" spc="-20" b="1">
                <a:solidFill>
                  <a:srgbClr val="000047"/>
                </a:solidFill>
                <a:latin typeface="Arial"/>
                <a:cs typeface="Arial"/>
              </a:rPr>
              <a:t> </a:t>
            </a:r>
            <a:r>
              <a:rPr dirty="0" sz="6000" spc="-25" b="1">
                <a:solidFill>
                  <a:srgbClr val="000047"/>
                </a:solidFill>
                <a:latin typeface="Arial"/>
                <a:cs typeface="Arial"/>
              </a:rPr>
              <a:t>you</a:t>
            </a:r>
            <a:endParaRPr sz="6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dirty="0" spc="-35"/>
              <a:t> </a:t>
            </a:r>
            <a:r>
              <a:rPr dirty="0"/>
              <a:t>2026–2027 Cognizant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30"/>
              <a:t> </a:t>
            </a:r>
            <a:r>
              <a:rPr dirty="0" spc="-10"/>
              <a:t>Private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2026-04-11T17:39:51Z</dcterms:created>
  <dcterms:modified xsi:type="dcterms:W3CDTF">2026-04-11T17:39:51Z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2026-04-11T00:00:00Z</vt:filetime>
  </property>
  <property fmtid="{D5CDD505-2E9C-101B-9397-08002B2CF9AE}" pid="5" name="Producer">
    <vt:lpwstr>Microsoft® PowerPoint® for Microsoft 365</vt:lpwstr>
  </property>
</Properties>
</file>